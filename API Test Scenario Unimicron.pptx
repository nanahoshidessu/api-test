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2"/>
    <p:sldId id="256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6858000" cy="9144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C0D"/>
    <a:srgbClr val="C0392B"/>
    <a:srgbClr val="14A085"/>
    <a:srgbClr val="A6A6A6"/>
    <a:srgbClr val="FFF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kkalar Sansiri" userId="145dff72-4b65-4c5d-b4d7-3b1dfdedd8b8" providerId="ADAL" clId="{EB6CF386-E4E5-457B-A1A1-0A77AF0D5A51}"/>
    <pc:docChg chg="undo redo custSel addSld delSld modSld sldOrd">
      <pc:chgData name="Mekkalar Sansiri" userId="145dff72-4b65-4c5d-b4d7-3b1dfdedd8b8" providerId="ADAL" clId="{EB6CF386-E4E5-457B-A1A1-0A77AF0D5A51}" dt="2026-05-09T01:45:01.182" v="974" actId="20577"/>
      <pc:docMkLst>
        <pc:docMk/>
      </pc:docMkLst>
      <pc:sldChg chg="addSp delSp modSp mod ord">
        <pc:chgData name="Mekkalar Sansiri" userId="145dff72-4b65-4c5d-b4d7-3b1dfdedd8b8" providerId="ADAL" clId="{EB6CF386-E4E5-457B-A1A1-0A77AF0D5A51}" dt="2026-05-09T01:44:45.556" v="963" actId="20578"/>
        <pc:sldMkLst>
          <pc:docMk/>
          <pc:sldMk cId="0" sldId="256"/>
        </pc:sldMkLst>
        <pc:spChg chg="mod">
          <ac:chgData name="Mekkalar Sansiri" userId="145dff72-4b65-4c5d-b4d7-3b1dfdedd8b8" providerId="ADAL" clId="{EB6CF386-E4E5-457B-A1A1-0A77AF0D5A51}" dt="2026-04-27T06:55:04.211" v="392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2:49.438" v="307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2:56.485" v="308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5-09T01:44:45.556" v="963" actId="205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3:52.877" v="32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2:30.495" v="306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5:34.237" v="401" actId="208"/>
          <ac:spMkLst>
            <pc:docMk/>
            <pc:sldMk cId="0" sldId="256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8:54.025" v="292" actId="274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5:32.100" v="400" actId="20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5:36.284" v="402" actId="20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6:14.331" v="215" actId="20577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Mekkalar Sansiri" userId="145dff72-4b65-4c5d-b4d7-3b1dfdedd8b8" providerId="ADAL" clId="{EB6CF386-E4E5-457B-A1A1-0A77AF0D5A51}" dt="2026-04-27T06:28:32.026" v="289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5:30.019" v="399" actId="20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7:59.601" v="279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5:27.842" v="398" actId="208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6:57.462" v="250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8:05.905" v="280" actId="313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16:15.373" v="104" actId="2741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56"/>
            <ac:spMk id="29" creationId="{00000000-0000-0000-0000-000000000000}"/>
          </ac:spMkLst>
        </pc:spChg>
      </pc:sldChg>
      <pc:sldChg chg="addSp delSp modSp mod setBg">
        <pc:chgData name="Mekkalar Sansiri" userId="145dff72-4b65-4c5d-b4d7-3b1dfdedd8b8" providerId="ADAL" clId="{EB6CF386-E4E5-457B-A1A1-0A77AF0D5A51}" dt="2026-04-28T01:17:17.251" v="858"/>
        <pc:sldMkLst>
          <pc:docMk/>
          <pc:sldMk cId="0" sldId="257"/>
        </pc:sldMkLst>
        <pc:spChg chg="add del mod">
          <ac:chgData name="Mekkalar Sansiri" userId="145dff72-4b65-4c5d-b4d7-3b1dfdedd8b8" providerId="ADAL" clId="{EB6CF386-E4E5-457B-A1A1-0A77AF0D5A51}" dt="2026-04-27T06:44:53.762" v="331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4:58.043" v="332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5:39.710" v="339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7:59.429" v="419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50:49.122" v="830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12:49.482" v="32" actId="2741"/>
          <ac:spMkLst>
            <pc:docMk/>
            <pc:sldMk cId="0" sldId="257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57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50:52.357" v="831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50:55.139" v="832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50:57.530" v="833" actId="20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50:30.445" v="828" actId="113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58"/>
        </pc:sldMkLst>
        <pc:spChg chg="mod">
          <ac:chgData name="Mekkalar Sansiri" userId="145dff72-4b65-4c5d-b4d7-3b1dfdedd8b8" providerId="ADAL" clId="{EB6CF386-E4E5-457B-A1A1-0A77AF0D5A51}" dt="2026-04-27T06:46:12.920" v="343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6:09.509" v="342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6:20.406" v="344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8:05.887" v="42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50:44.732" v="829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16:28.516" v="105" actId="2741"/>
          <ac:spMkLst>
            <pc:docMk/>
            <pc:sldMk cId="0" sldId="258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58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7:12.658" v="349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7:12.658" v="349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7:12.658" v="349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7:12.658" v="349" actId="20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6:41.188" v="346" actId="20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6:50.890" v="348" actId="207"/>
          <ac:spMkLst>
            <pc:docMk/>
            <pc:sldMk cId="0" sldId="258"/>
            <ac:spMk id="28" creationId="{00000000-0000-0000-0000-000000000000}"/>
          </ac:spMkLst>
        </pc:spChg>
      </pc:sldChg>
      <pc:sldChg chg="addSp delSp 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59"/>
        </pc:sldMkLst>
        <pc:spChg chg="add del mod">
          <ac:chgData name="Mekkalar Sansiri" userId="145dff72-4b65-4c5d-b4d7-3b1dfdedd8b8" providerId="ADAL" clId="{EB6CF386-E4E5-457B-A1A1-0A77AF0D5A51}" dt="2026-04-27T06:48:54.044" v="351" actId="20577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Mekkalar Sansiri" userId="145dff72-4b65-4c5d-b4d7-3b1dfdedd8b8" providerId="ADAL" clId="{EB6CF386-E4E5-457B-A1A1-0A77AF0D5A51}" dt="2026-04-27T06:50:46.073" v="367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9:01.571" v="353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9:06.819" v="354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23.537" v="433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16:33.442" v="107" actId="2741"/>
          <ac:spMkLst>
            <pc:docMk/>
            <pc:sldMk cId="0" sldId="259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59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4:16.633" v="384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9:35.548" v="357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9:40.278" v="358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9:45.586" v="359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49:49.095" v="360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0:05.334" v="362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0:36.055" v="366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0:19.494" v="364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0:13.026" v="363" actId="207"/>
          <ac:spMkLst>
            <pc:docMk/>
            <pc:sldMk cId="0" sldId="259"/>
            <ac:spMk id="6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0:36.055" v="366" actId="207"/>
          <ac:spMkLst>
            <pc:docMk/>
            <pc:sldMk cId="0" sldId="259"/>
            <ac:spMk id="6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0:23.865" v="365" actId="207"/>
          <ac:spMkLst>
            <pc:docMk/>
            <pc:sldMk cId="0" sldId="259"/>
            <ac:spMk id="6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08:06.705" v="2" actId="33524"/>
          <ac:spMkLst>
            <pc:docMk/>
            <pc:sldMk cId="0" sldId="259"/>
            <ac:spMk id="9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08:09.567" v="3" actId="33524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0"/>
        </pc:sldMkLst>
        <pc:spChg chg="mod">
          <ac:chgData name="Mekkalar Sansiri" userId="145dff72-4b65-4c5d-b4d7-3b1dfdedd8b8" providerId="ADAL" clId="{EB6CF386-E4E5-457B-A1A1-0A77AF0D5A51}" dt="2026-04-27T06:53:45.100" v="380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3:50.649" v="381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3:27.894" v="37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3:36.834" v="379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34.219" v="44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16:31.071" v="106" actId="2741"/>
          <ac:spMkLst>
            <pc:docMk/>
            <pc:sldMk cId="0" sldId="260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0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4:26.117" v="385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4:40.829" v="388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4:45.086" v="389" actId="20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4:47.831" v="390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54:50.545" v="391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7:47.899" v="423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09.822" v="428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01.683" v="427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7:51.938" v="424" actId="207"/>
          <ac:spMkLst>
            <pc:docMk/>
            <pc:sldMk cId="0" sldId="260"/>
            <ac:spMk id="5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09.822" v="428" actId="207"/>
          <ac:spMkLst>
            <pc:docMk/>
            <pc:sldMk cId="0" sldId="260"/>
            <ac:spMk id="5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7:58.280" v="426" actId="207"/>
          <ac:spMkLst>
            <pc:docMk/>
            <pc:sldMk cId="0" sldId="260"/>
            <ac:spMk id="55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1"/>
        </pc:sldMkLst>
        <pc:spChg chg="mod">
          <ac:chgData name="Mekkalar Sansiri" userId="145dff72-4b65-4c5d-b4d7-3b1dfdedd8b8" providerId="ADAL" clId="{EB6CF386-E4E5-457B-A1A1-0A77AF0D5A51}" dt="2026-04-27T06:20:15.997" v="148" actId="27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01.641" v="480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30.255" v="438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0:02.271" v="147" actId="2741"/>
          <ac:spMkLst>
            <pc:docMk/>
            <pc:sldMk cId="0" sldId="261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1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40.984" v="444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45.216" v="445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47.877" v="446" actId="20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51.255" v="447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8:54.727" v="448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46.950" v="450" actId="20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00.983" v="453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51.733" v="451" actId="20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46.950" v="450" actId="207"/>
          <ac:spMkLst>
            <pc:docMk/>
            <pc:sldMk cId="0" sldId="261"/>
            <ac:spMk id="7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00.983" v="453" actId="207"/>
          <ac:spMkLst>
            <pc:docMk/>
            <pc:sldMk cId="0" sldId="261"/>
            <ac:spMk id="7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55.527" v="452" actId="207"/>
          <ac:spMkLst>
            <pc:docMk/>
            <pc:sldMk cId="0" sldId="261"/>
            <ac:spMk id="76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2"/>
        </pc:sldMkLst>
        <pc:spChg chg="mod">
          <ac:chgData name="Mekkalar Sansiri" userId="145dff72-4b65-4c5d-b4d7-3b1dfdedd8b8" providerId="ADAL" clId="{EB6CF386-E4E5-457B-A1A1-0A77AF0D5A51}" dt="2026-04-27T06:20:26.585" v="150" actId="27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58.285" v="479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09.727" v="485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57.071" v="209" actId="2741"/>
          <ac:spMkLst>
            <pc:docMk/>
            <pc:sldMk cId="0" sldId="262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2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10.122" v="454" actId="2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43.492" v="461" actId="20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53.833" v="462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57.003" v="463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00.550" v="464" actId="20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13.213" v="455" actId="20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37.496" v="460" actId="20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20.868" v="457" actId="20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16.488" v="456" actId="207"/>
          <ac:spMkLst>
            <pc:docMk/>
            <pc:sldMk cId="0" sldId="262"/>
            <ac:spMk id="5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37.496" v="460" actId="207"/>
          <ac:spMkLst>
            <pc:docMk/>
            <pc:sldMk cId="0" sldId="262"/>
            <ac:spMk id="5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24.198" v="458" actId="207"/>
          <ac:spMkLst>
            <pc:docMk/>
            <pc:sldMk cId="0" sldId="262"/>
            <ac:spMk id="5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16.488" v="456" actId="207"/>
          <ac:spMkLst>
            <pc:docMk/>
            <pc:sldMk cId="0" sldId="262"/>
            <ac:spMk id="7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37.496" v="460" actId="207"/>
          <ac:spMkLst>
            <pc:docMk/>
            <pc:sldMk cId="0" sldId="262"/>
            <ac:spMk id="7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0:28.250" v="459" actId="207"/>
          <ac:spMkLst>
            <pc:docMk/>
            <pc:sldMk cId="0" sldId="262"/>
            <ac:spMk id="79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3"/>
        </pc:sldMkLst>
        <pc:spChg chg="mod">
          <ac:chgData name="Mekkalar Sansiri" userId="145dff72-4b65-4c5d-b4d7-3b1dfdedd8b8" providerId="ADAL" clId="{EB6CF386-E4E5-457B-A1A1-0A77AF0D5A51}" dt="2026-04-27T06:23:47.035" v="183" actId="27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50.816" v="478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09.987" v="469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54.142" v="207" actId="2741"/>
          <ac:spMkLst>
            <pc:docMk/>
            <pc:sldMk cId="0" sldId="263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3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17.744" v="470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21.355" v="471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24.173" v="472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26.774" v="473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29.695" v="474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38.501" v="449" actId="20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50.816" v="478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33.993" v="475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38.501" v="449" actId="207"/>
          <ac:spMkLst>
            <pc:docMk/>
            <pc:sldMk cId="0" sldId="263"/>
            <ac:spMk id="3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50.816" v="478" actId="207"/>
          <ac:spMkLst>
            <pc:docMk/>
            <pc:sldMk cId="0" sldId="263"/>
            <ac:spMk id="4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37.844" v="476" actId="207"/>
          <ac:spMkLst>
            <pc:docMk/>
            <pc:sldMk cId="0" sldId="263"/>
            <ac:spMk id="4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29:38.501" v="449" actId="207"/>
          <ac:spMkLst>
            <pc:docMk/>
            <pc:sldMk cId="0" sldId="263"/>
            <ac:spMk id="6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50.816" v="478" actId="207"/>
          <ac:spMkLst>
            <pc:docMk/>
            <pc:sldMk cId="0" sldId="263"/>
            <ac:spMk id="6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1:40.778" v="477" actId="207"/>
          <ac:spMkLst>
            <pc:docMk/>
            <pc:sldMk cId="0" sldId="263"/>
            <ac:spMk id="65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4"/>
        </pc:sldMkLst>
        <pc:spChg chg="mod">
          <ac:chgData name="Mekkalar Sansiri" userId="145dff72-4b65-4c5d-b4d7-3b1dfdedd8b8" providerId="ADAL" clId="{EB6CF386-E4E5-457B-A1A1-0A77AF0D5A51}" dt="2026-04-27T06:24:17.174" v="188" actId="27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17.475" v="504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17.494" v="491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31.755" v="201" actId="2741"/>
          <ac:spMkLst>
            <pc:docMk/>
            <pc:sldMk cId="0" sldId="264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4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24.591" v="492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29.284" v="493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32.088" v="494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34.540" v="495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37.051" v="496" actId="20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40.107" v="497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12.361" v="503" actId="20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43.026" v="498" actId="20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50.807" v="499" actId="207"/>
          <ac:spMkLst>
            <pc:docMk/>
            <pc:sldMk cId="0" sldId="264"/>
            <ac:spMk id="4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12.361" v="503" actId="207"/>
          <ac:spMkLst>
            <pc:docMk/>
            <pc:sldMk cId="0" sldId="264"/>
            <ac:spMk id="4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54.695" v="500" actId="207"/>
          <ac:spMkLst>
            <pc:docMk/>
            <pc:sldMk cId="0" sldId="264"/>
            <ac:spMk id="4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50.807" v="499" actId="207"/>
          <ac:spMkLst>
            <pc:docMk/>
            <pc:sldMk cId="0" sldId="264"/>
            <ac:spMk id="7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12.361" v="503" actId="207"/>
          <ac:spMkLst>
            <pc:docMk/>
            <pc:sldMk cId="0" sldId="264"/>
            <ac:spMk id="7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58.432" v="501" actId="207"/>
          <ac:spMkLst>
            <pc:docMk/>
            <pc:sldMk cId="0" sldId="264"/>
            <ac:spMk id="7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2:50.807" v="499" actId="207"/>
          <ac:spMkLst>
            <pc:docMk/>
            <pc:sldMk cId="0" sldId="264"/>
            <ac:spMk id="10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12.361" v="503" actId="207"/>
          <ac:spMkLst>
            <pc:docMk/>
            <pc:sldMk cId="0" sldId="264"/>
            <ac:spMk id="10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02.594" v="502" actId="207"/>
          <ac:spMkLst>
            <pc:docMk/>
            <pc:sldMk cId="0" sldId="264"/>
            <ac:spMk id="103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5"/>
        </pc:sldMkLst>
        <pc:spChg chg="mod">
          <ac:chgData name="Mekkalar Sansiri" userId="145dff72-4b65-4c5d-b4d7-3b1dfdedd8b8" providerId="ADAL" clId="{EB6CF386-E4E5-457B-A1A1-0A77AF0D5A51}" dt="2026-04-27T06:25:00.327" v="197" actId="27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44.567" v="505" actId="2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27.473" v="200" actId="2741"/>
          <ac:spMkLst>
            <pc:docMk/>
            <pc:sldMk cId="0" sldId="265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5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3:53.761" v="506" actId="207"/>
          <ac:spMkLst>
            <pc:docMk/>
            <pc:sldMk cId="0" sldId="265"/>
            <ac:spMk id="35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6"/>
        </pc:sldMkLst>
        <pc:spChg chg="mod">
          <ac:chgData name="Mekkalar Sansiri" userId="145dff72-4b65-4c5d-b4d7-3b1dfdedd8b8" providerId="ADAL" clId="{EB6CF386-E4E5-457B-A1A1-0A77AF0D5A51}" dt="2026-04-27T07:34:09.151" v="507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49.222" v="206" actId="2741"/>
          <ac:spMkLst>
            <pc:docMk/>
            <pc:sldMk cId="0" sldId="266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7"/>
        </pc:sldMkLst>
        <pc:spChg chg="mod">
          <ac:chgData name="Mekkalar Sansiri" userId="145dff72-4b65-4c5d-b4d7-3b1dfdedd8b8" providerId="ADAL" clId="{EB6CF386-E4E5-457B-A1A1-0A77AF0D5A51}" dt="2026-04-27T06:25:34.460" v="202" actId="2741"/>
          <ac:spMkLst>
            <pc:docMk/>
            <pc:sldMk cId="0" sldId="267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7"/>
            <ac:spMk id="9" creationId="{00000000-0000-0000-0000-000000000000}"/>
          </ac:spMkLst>
        </pc:spChg>
      </pc:sldChg>
      <pc:sldChg chg="delSp 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8"/>
        </pc:sldMkLst>
        <pc:spChg chg="mod">
          <ac:chgData name="Mekkalar Sansiri" userId="145dff72-4b65-4c5d-b4d7-3b1dfdedd8b8" providerId="ADAL" clId="{EB6CF386-E4E5-457B-A1A1-0A77AF0D5A51}" dt="2026-04-27T06:25:44.679" v="205" actId="2741"/>
          <ac:spMkLst>
            <pc:docMk/>
            <pc:sldMk cId="0" sldId="268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8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40.813" v="779" actId="20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24.472" v="774" actId="20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27.440" v="775" actId="20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30.168" v="776" actId="20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33.050" v="777" actId="20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35.716" v="778" actId="20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7:22.983" v="715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2:41.735" v="792" actId="20577"/>
          <ac:spMkLst>
            <pc:docMk/>
            <pc:sldMk cId="0" sldId="268"/>
            <ac:spMk id="2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4:28.821" v="511" actId="2057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6:50.645" v="660" actId="20577"/>
          <ac:spMkLst>
            <pc:docMk/>
            <pc:sldMk cId="0" sldId="268"/>
            <ac:spMk id="3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6:54.205" v="671" actId="20577"/>
          <ac:spMkLst>
            <pc:docMk/>
            <pc:sldMk cId="0" sldId="268"/>
            <ac:spMk id="4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4:31.215" v="512" actId="20577"/>
          <ac:spMkLst>
            <pc:docMk/>
            <pc:sldMk cId="0" sldId="268"/>
            <ac:spMk id="4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4:33.544" v="514" actId="20577"/>
          <ac:spMkLst>
            <pc:docMk/>
            <pc:sldMk cId="0" sldId="268"/>
            <ac:spMk id="5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6:56.775" v="682" actId="20577"/>
          <ac:spMkLst>
            <pc:docMk/>
            <pc:sldMk cId="0" sldId="268"/>
            <ac:spMk id="5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4:36.859" v="516" actId="20577"/>
          <ac:spMkLst>
            <pc:docMk/>
            <pc:sldMk cId="0" sldId="268"/>
            <ac:spMk id="6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7:00.606" v="694" actId="20577"/>
          <ac:spMkLst>
            <pc:docMk/>
            <pc:sldMk cId="0" sldId="268"/>
            <ac:spMk id="6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4:38.912" v="517" actId="20577"/>
          <ac:spMkLst>
            <pc:docMk/>
            <pc:sldMk cId="0" sldId="268"/>
            <ac:spMk id="7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7:04.016" v="706" actId="20577"/>
          <ac:spMkLst>
            <pc:docMk/>
            <pc:sldMk cId="0" sldId="268"/>
            <ac:spMk id="7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7:40.412" v="720" actId="1076"/>
          <ac:spMkLst>
            <pc:docMk/>
            <pc:sldMk cId="0" sldId="268"/>
            <ac:spMk id="7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4:41.078" v="519" actId="20577"/>
          <ac:spMkLst>
            <pc:docMk/>
            <pc:sldMk cId="0" sldId="268"/>
            <ac:spMk id="8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6:07.540" v="617" actId="20577"/>
          <ac:spMkLst>
            <pc:docMk/>
            <pc:sldMk cId="0" sldId="268"/>
            <ac:spMk id="8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7:50.364" v="726" actId="20577"/>
          <ac:spMkLst>
            <pc:docMk/>
            <pc:sldMk cId="0" sldId="268"/>
            <ac:spMk id="8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6:19.526" v="622" actId="20577"/>
          <ac:spMkLst>
            <pc:docMk/>
            <pc:sldMk cId="0" sldId="268"/>
            <ac:spMk id="85" creationId="{00000000-0000-0000-0000-000000000000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69"/>
        </pc:sldMkLst>
        <pc:spChg chg="mod">
          <ac:chgData name="Mekkalar Sansiri" userId="145dff72-4b65-4c5d-b4d7-3b1dfdedd8b8" providerId="ADAL" clId="{EB6CF386-E4E5-457B-A1A1-0A77AF0D5A51}" dt="2026-04-27T06:22:12.939" v="173" actId="2736"/>
          <ac:spMkLst>
            <pc:docMk/>
            <pc:sldMk cId="0" sldId="269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2:13.787" v="174" actId="2734"/>
          <ac:spMkLst>
            <pc:docMk/>
            <pc:sldMk cId="0" sldId="269"/>
            <ac:spMk id="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37.624" v="203" actId="2741"/>
          <ac:spMkLst>
            <pc:docMk/>
            <pc:sldMk cId="0" sldId="269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69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48.468" v="780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51.925" v="781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54.826" v="782" actId="20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0:57.384" v="783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1:00.915" v="784" actId="20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7:59.311" v="815" actId="208"/>
          <ac:spMkLst>
            <pc:docMk/>
            <pc:sldMk cId="0" sldId="269"/>
            <ac:spMk id="2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7:37.560" v="812" actId="208"/>
          <ac:spMkLst>
            <pc:docMk/>
            <pc:sldMk cId="0" sldId="269"/>
            <ac:spMk id="2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8:01.761" v="817" actId="208"/>
          <ac:spMkLst>
            <pc:docMk/>
            <pc:sldMk cId="0" sldId="269"/>
            <ac:spMk id="3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8:04.548" v="819" actId="208"/>
          <ac:spMkLst>
            <pc:docMk/>
            <pc:sldMk cId="0" sldId="269"/>
            <ac:spMk id="3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8:06.747" v="821" actId="208"/>
          <ac:spMkLst>
            <pc:docMk/>
            <pc:sldMk cId="0" sldId="269"/>
            <ac:spMk id="4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7:40.265" v="813" actId="207"/>
          <ac:spMkLst>
            <pc:docMk/>
            <pc:sldMk cId="0" sldId="269"/>
            <ac:spMk id="4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7:06.815" v="805" actId="207"/>
          <ac:spMkLst>
            <pc:docMk/>
            <pc:sldMk cId="0" sldId="269"/>
            <ac:spMk id="5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7:31.682" v="809" actId="207"/>
          <ac:spMkLst>
            <pc:docMk/>
            <pc:sldMk cId="0" sldId="269"/>
            <ac:spMk id="5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3:52.451" v="798" actId="1076"/>
          <ac:spMkLst>
            <pc:docMk/>
            <pc:sldMk cId="0" sldId="269"/>
            <ac:spMk id="5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7:10.404" v="807" actId="207"/>
          <ac:spMkLst>
            <pc:docMk/>
            <pc:sldMk cId="0" sldId="269"/>
            <ac:spMk id="6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8:09.573" v="823" actId="208"/>
          <ac:spMkLst>
            <pc:docMk/>
            <pc:sldMk cId="0" sldId="269"/>
            <ac:spMk id="62" creationId="{00000000-0000-0000-0000-000000000000}"/>
          </ac:spMkLst>
        </pc:spChg>
      </pc:sldChg>
      <pc:sldChg chg="delSp 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70"/>
        </pc:sldMkLst>
        <pc:spChg chg="mod">
          <ac:chgData name="Mekkalar Sansiri" userId="145dff72-4b65-4c5d-b4d7-3b1dfdedd8b8" providerId="ADAL" clId="{EB6CF386-E4E5-457B-A1A1-0A77AF0D5A51}" dt="2026-04-27T06:21:21.769" v="162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1:29.383" v="166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1:20.805" v="161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6:25:39.866" v="204" actId="2741"/>
          <ac:spMkLst>
            <pc:docMk/>
            <pc:sldMk cId="0" sldId="270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70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1:20.278" v="786" actId="20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1:23.891" v="787" actId="20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1:26.563" v="788" actId="207"/>
          <ac:spMkLst>
            <pc:docMk/>
            <pc:sldMk cId="0" sldId="270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1:29.374" v="789" actId="20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41:32.247" v="790" actId="207"/>
          <ac:spMkLst>
            <pc:docMk/>
            <pc:sldMk cId="0" sldId="270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8:33.482" v="729" actId="20577"/>
          <ac:spMkLst>
            <pc:docMk/>
            <pc:sldMk cId="0" sldId="270"/>
            <ac:spMk id="2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9:10.700" v="764" actId="20577"/>
          <ac:spMkLst>
            <pc:docMk/>
            <pc:sldMk cId="0" sldId="270"/>
            <ac:spMk id="2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7T07:38:53.698" v="741" actId="20577"/>
          <ac:spMkLst>
            <pc:docMk/>
            <pc:sldMk cId="0" sldId="270"/>
            <ac:spMk id="30" creationId="{00000000-0000-0000-0000-000000000000}"/>
          </ac:spMkLst>
        </pc:spChg>
      </pc:sldChg>
      <pc:sldChg chg="modSp add mod">
        <pc:chgData name="Mekkalar Sansiri" userId="145dff72-4b65-4c5d-b4d7-3b1dfdedd8b8" providerId="ADAL" clId="{EB6CF386-E4E5-457B-A1A1-0A77AF0D5A51}" dt="2026-05-09T01:45:01.182" v="974" actId="20577"/>
        <pc:sldMkLst>
          <pc:docMk/>
          <pc:sldMk cId="1279534721" sldId="271"/>
        </pc:sldMkLst>
        <pc:spChg chg="mod">
          <ac:chgData name="Mekkalar Sansiri" userId="145dff72-4b65-4c5d-b4d7-3b1dfdedd8b8" providerId="ADAL" clId="{EB6CF386-E4E5-457B-A1A1-0A77AF0D5A51}" dt="2026-05-09T01:45:01.182" v="974" actId="20577"/>
          <ac:spMkLst>
            <pc:docMk/>
            <pc:sldMk cId="1279534721" sldId="271"/>
            <ac:spMk id="7" creationId="{33ECEFA4-271F-4CD8-A6FE-097AC17AA450}"/>
          </ac:spMkLst>
        </pc:spChg>
        <pc:spChg chg="mod">
          <ac:chgData name="Mekkalar Sansiri" userId="145dff72-4b65-4c5d-b4d7-3b1dfdedd8b8" providerId="ADAL" clId="{EB6CF386-E4E5-457B-A1A1-0A77AF0D5A51}" dt="2026-04-27T06:56:23.873" v="417" actId="20577"/>
          <ac:spMkLst>
            <pc:docMk/>
            <pc:sldMk cId="1279534721" sldId="271"/>
            <ac:spMk id="15" creationId="{1600D60E-DEF8-4FC2-9AF6-F632CD65EC1B}"/>
          </ac:spMkLst>
        </pc:spChg>
        <pc:spChg chg="mod">
          <ac:chgData name="Mekkalar Sansiri" userId="145dff72-4b65-4c5d-b4d7-3b1dfdedd8b8" providerId="ADAL" clId="{EB6CF386-E4E5-457B-A1A1-0A77AF0D5A51}" dt="2026-04-27T06:30:33.165" v="299" actId="13926"/>
          <ac:spMkLst>
            <pc:docMk/>
            <pc:sldMk cId="1279534721" sldId="271"/>
            <ac:spMk id="17" creationId="{5B4DA840-04A4-4B68-85C0-2E5D055FF8E8}"/>
          </ac:spMkLst>
        </pc:spChg>
        <pc:spChg chg="mod">
          <ac:chgData name="Mekkalar Sansiri" userId="145dff72-4b65-4c5d-b4d7-3b1dfdedd8b8" providerId="ADAL" clId="{EB6CF386-E4E5-457B-A1A1-0A77AF0D5A51}" dt="2026-04-27T06:56:11.371" v="406" actId="207"/>
          <ac:spMkLst>
            <pc:docMk/>
            <pc:sldMk cId="1279534721" sldId="271"/>
            <ac:spMk id="19" creationId="{4010B2CE-2E6A-4AD5-BE49-4FB62FDB8834}"/>
          </ac:spMkLst>
        </pc:spChg>
      </pc:sldChg>
      <pc:sldChg chg="modSp mod">
        <pc:chgData name="Mekkalar Sansiri" userId="145dff72-4b65-4c5d-b4d7-3b1dfdedd8b8" providerId="ADAL" clId="{EB6CF386-E4E5-457B-A1A1-0A77AF0D5A51}" dt="2026-04-28T01:17:17.251" v="858"/>
        <pc:sldMkLst>
          <pc:docMk/>
          <pc:sldMk cId="0" sldId="272"/>
        </pc:sldMkLst>
        <pc:spChg chg="mod">
          <ac:chgData name="Mekkalar Sansiri" userId="145dff72-4b65-4c5d-b4d7-3b1dfdedd8b8" providerId="ADAL" clId="{EB6CF386-E4E5-457B-A1A1-0A77AF0D5A51}" dt="2026-04-27T07:39:54.280" v="770" actId="20577"/>
          <ac:spMkLst>
            <pc:docMk/>
            <pc:sldMk cId="0" sldId="272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1:17:17.251" v="858"/>
          <ac:spMkLst>
            <pc:docMk/>
            <pc:sldMk cId="0" sldId="272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21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15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8"/>
            <a:ext cx="5143500" cy="2207682"/>
          </a:xfrm>
        </p:spPr>
        <p:txBody>
          <a:bodyPr/>
          <a:lstStyle>
            <a:lvl1pPr marL="0" indent="0" algn="ctr">
              <a:buNone/>
              <a:defRPr sz="1662"/>
            </a:lvl1pPr>
            <a:lvl2pPr marL="316531" indent="0" algn="ctr">
              <a:buNone/>
              <a:defRPr sz="1385"/>
            </a:lvl2pPr>
            <a:lvl3pPr marL="633062" indent="0" algn="ctr">
              <a:buNone/>
              <a:defRPr sz="1246"/>
            </a:lvl3pPr>
            <a:lvl4pPr marL="949593" indent="0" algn="ctr">
              <a:buNone/>
              <a:defRPr sz="1108"/>
            </a:lvl4pPr>
            <a:lvl5pPr marL="1266124" indent="0" algn="ctr">
              <a:buNone/>
              <a:defRPr sz="1108"/>
            </a:lvl5pPr>
            <a:lvl6pPr marL="1582655" indent="0" algn="ctr">
              <a:buNone/>
              <a:defRPr sz="1108"/>
            </a:lvl6pPr>
            <a:lvl7pPr marL="1899186" indent="0" algn="ctr">
              <a:buNone/>
              <a:defRPr sz="1108"/>
            </a:lvl7pPr>
            <a:lvl8pPr marL="2215717" indent="0" algn="ctr">
              <a:buNone/>
              <a:defRPr sz="1108"/>
            </a:lvl8pPr>
            <a:lvl9pPr marL="2532248" indent="0" algn="ctr">
              <a:buNone/>
              <a:defRPr sz="110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1420-B83C-4C58-A0EC-1A3071E587E2}" type="datetime1">
              <a:rPr kumimoji="1" lang="ja-JP" altLang="en-US" smtClean="0"/>
              <a:pPr/>
              <a:t>2026/5/9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A90D-F275-432F-8053-456A4E092F4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08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rawingObject2">
            <a:extLst>
              <a:ext uri="{FF2B5EF4-FFF2-40B4-BE49-F238E27FC236}">
                <a16:creationId xmlns:a16="http://schemas.microsoft.com/office/drawing/2014/main" id="{E8D9608A-6B4B-4561-B61C-C74C30FB5185}"/>
              </a:ext>
            </a:extLst>
          </p:cNvPr>
          <p:cNvGrpSpPr>
            <a:grpSpLocks/>
          </p:cNvGrpSpPr>
          <p:nvPr/>
        </p:nvGrpSpPr>
        <p:grpSpPr bwMode="auto">
          <a:xfrm>
            <a:off x="638908" y="3403796"/>
            <a:ext cx="5580185" cy="2336924"/>
            <a:chOff x="0" y="0"/>
            <a:chExt cx="60452" cy="1471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A6BEF9C-6AE2-4714-89C9-41C77A60F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1782"/>
              <a:ext cx="57092" cy="6"/>
            </a:xfrm>
            <a:custGeom>
              <a:avLst/>
              <a:gdLst>
                <a:gd name="T0" fmla="*/ 0 w 5709284"/>
                <a:gd name="T1" fmla="*/ 0 h 635"/>
                <a:gd name="T2" fmla="*/ 5709284 w 5709284"/>
                <a:gd name="T3" fmla="*/ 635 h 635"/>
                <a:gd name="T4" fmla="*/ 0 w 5709284"/>
                <a:gd name="T5" fmla="*/ 0 h 635"/>
                <a:gd name="T6" fmla="*/ 5709284 w 5709284"/>
                <a:gd name="T7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5709284" h="635">
                  <a:moveTo>
                    <a:pt x="0" y="0"/>
                  </a:moveTo>
                  <a:lnTo>
                    <a:pt x="5709284" y="63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84406" tIns="42203" rIns="84406" bIns="42203" anchor="t" anchorCtr="0" upright="1">
              <a:noAutofit/>
            </a:bodyPr>
            <a:lstStyle/>
            <a:p>
              <a:endParaRPr lang="ja-JP" altLang="en-US" sz="1662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CDC2C1D-88BF-4C3A-95C8-8992DD55D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" y="0"/>
              <a:ext cx="4255" cy="14719"/>
            </a:xfrm>
            <a:custGeom>
              <a:avLst/>
              <a:gdLst>
                <a:gd name="T0" fmla="*/ 0 w 425451"/>
                <a:gd name="T1" fmla="*/ 0 h 1471930"/>
                <a:gd name="T2" fmla="*/ 0 w 425451"/>
                <a:gd name="T3" fmla="*/ 1471930 h 1471930"/>
                <a:gd name="T4" fmla="*/ 425451 w 425451"/>
                <a:gd name="T5" fmla="*/ 1471930 h 1471930"/>
                <a:gd name="T6" fmla="*/ 425451 w 425451"/>
                <a:gd name="T7" fmla="*/ 0 h 1471930"/>
                <a:gd name="T8" fmla="*/ 0 w 425451"/>
                <a:gd name="T9" fmla="*/ 0 h 1471930"/>
                <a:gd name="T10" fmla="*/ 0 w 425451"/>
                <a:gd name="T11" fmla="*/ 0 h 1471930"/>
                <a:gd name="T12" fmla="*/ 425451 w 425451"/>
                <a:gd name="T13" fmla="*/ 1471930 h 147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425451" h="1471930">
                  <a:moveTo>
                    <a:pt x="0" y="0"/>
                  </a:moveTo>
                  <a:lnTo>
                    <a:pt x="0" y="1471930"/>
                  </a:lnTo>
                  <a:lnTo>
                    <a:pt x="425451" y="1471930"/>
                  </a:lnTo>
                  <a:lnTo>
                    <a:pt x="425451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84406" tIns="42203" rIns="84406" bIns="42203" anchor="t" anchorCtr="0" upright="1">
              <a:noAutofit/>
            </a:bodyPr>
            <a:lstStyle/>
            <a:p>
              <a:endParaRPr lang="ja-JP" altLang="en-US" sz="1662"/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ECEFA4-271F-4CD8-A6FE-097AC17AA450}"/>
              </a:ext>
            </a:extLst>
          </p:cNvPr>
          <p:cNvSpPr txBox="1"/>
          <p:nvPr/>
        </p:nvSpPr>
        <p:spPr>
          <a:xfrm>
            <a:off x="1447112" y="3468260"/>
            <a:ext cx="4379211" cy="1648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GB" altLang="ja-JP" b="1" dirty="0"/>
              <a:t>Flow meter </a:t>
            </a:r>
            <a:r>
              <a:rPr kumimoji="1" lang="en-GB" altLang="ja-JP" b="1"/>
              <a:t>Visualization System</a:t>
            </a:r>
            <a:endParaRPr kumimoji="1" lang="en-GB" altLang="ja-JP" sz="1662" b="1" dirty="0"/>
          </a:p>
          <a:p>
            <a:pPr algn="r"/>
            <a:r>
              <a:rPr kumimoji="1" lang="en-GB" altLang="ja-JP" sz="1662" b="1" dirty="0"/>
              <a:t>Documentation EN Test Scenario for Unimicron </a:t>
            </a:r>
            <a:endParaRPr kumimoji="1" lang="en-US" altLang="ja-JP" sz="1846" dirty="0"/>
          </a:p>
          <a:p>
            <a:pPr algn="r"/>
            <a:endParaRPr kumimoji="1" lang="en-US" altLang="ja-JP" sz="1662" dirty="0"/>
          </a:p>
          <a:p>
            <a:pPr algn="r"/>
            <a:r>
              <a:rPr kumimoji="1" lang="en-US" altLang="ja-JP" sz="1662" dirty="0"/>
              <a:t>Made for: </a:t>
            </a:r>
            <a:r>
              <a:rPr kumimoji="1" lang="it-IT" altLang="ja-JP" sz="1662" dirty="0"/>
              <a:t>Unimicron </a:t>
            </a:r>
            <a:r>
              <a:rPr kumimoji="1" lang="en-US" altLang="ja-JP" sz="1662" dirty="0"/>
              <a:t>(Thailand)</a:t>
            </a:r>
            <a:r>
              <a:rPr kumimoji="1" lang="it-IT" altLang="ja-JP" sz="1662" dirty="0"/>
              <a:t> Co., Ltd</a:t>
            </a:r>
            <a:r>
              <a:rPr kumimoji="1" lang="en-US" altLang="ja-JP" sz="1662" dirty="0"/>
              <a:t>.</a:t>
            </a:r>
          </a:p>
          <a:p>
            <a:pPr algn="r"/>
            <a:r>
              <a:rPr kumimoji="1" lang="en-US" altLang="ja-JP" sz="1662" dirty="0"/>
              <a:t>By: TOMAS TECH CO.,LTD.</a:t>
            </a:r>
          </a:p>
          <a:p>
            <a:pPr algn="r"/>
            <a:endParaRPr kumimoji="1" lang="ja-JP" altLang="en-US" sz="1662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600D60E-DEF8-4FC2-9AF6-F632CD65EC1B}"/>
              </a:ext>
            </a:extLst>
          </p:cNvPr>
          <p:cNvSpPr/>
          <p:nvPr/>
        </p:nvSpPr>
        <p:spPr>
          <a:xfrm>
            <a:off x="638909" y="442618"/>
            <a:ext cx="1425526" cy="451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15" dirty="0">
                <a:solidFill>
                  <a:srgbClr val="FF0000"/>
                </a:solidFill>
              </a:rPr>
              <a:t>Version 26/Apr/2026</a:t>
            </a:r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5B4DA840-04A4-4B68-85C0-2E5D055F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A90D-F275-432F-8053-456A4E092F4A}" type="slidenum">
              <a:rPr kumimoji="1" lang="ja-JP" altLang="en-US" smtClean="0">
                <a:solidFill>
                  <a:schemeClr val="bg1"/>
                </a:solidFill>
              </a:rPr>
              <a:pPr/>
              <a:t>1</a:t>
            </a:fld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010B2CE-2E6A-4AD5-BE49-4FB62FDB8834}"/>
              </a:ext>
            </a:extLst>
          </p:cNvPr>
          <p:cNvSpPr/>
          <p:nvPr/>
        </p:nvSpPr>
        <p:spPr>
          <a:xfrm>
            <a:off x="4793567" y="442618"/>
            <a:ext cx="1425526" cy="451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15" dirty="0">
                <a:solidFill>
                  <a:srgbClr val="FF0000"/>
                </a:solidFill>
              </a:rPr>
              <a:t>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200061-8FE8-C265-9475-582E6F447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25" y="6250785"/>
            <a:ext cx="5432967" cy="1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grayWhite">
          <a:xfrm>
            <a:off x="0" y="0"/>
            <a:ext cx="6858000" cy="2926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 bwMode="black">
          <a:xfrm>
            <a:off x="0" y="0"/>
            <a:ext cx="109728" cy="2926080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black">
          <a:xfrm>
            <a:off x="0" y="2834640"/>
            <a:ext cx="685800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kumimoji="1" lang="en-GB" altLang="ja-JP" sz="3200" b="1" dirty="0"/>
              <a:t>Flow meter Visualization API </a:t>
            </a:r>
          </a:p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9" name="Shape 7"/>
          <p:cNvSpPr/>
          <p:nvPr/>
        </p:nvSpPr>
        <p:spPr>
          <a:xfrm>
            <a:off x="2651760" y="3200400"/>
            <a:ext cx="0" cy="4572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5943600" cy="4572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51760" y="3675888"/>
            <a:ext cx="0" cy="4572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675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April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51376"/>
            <a:ext cx="5943600" cy="4572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651760" y="4151376"/>
            <a:ext cx="0" cy="4572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51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52928" y="4151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PJ250104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4626864"/>
            <a:ext cx="5943600" cy="4572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651760" y="4626864"/>
            <a:ext cx="0" cy="4572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26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Author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46268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102352"/>
            <a:ext cx="5943600" cy="4572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651760" y="5102352"/>
            <a:ext cx="0" cy="45720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102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5102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Unimicron (Thailand) Co., Ltd.</a:t>
            </a:r>
          </a:p>
        </p:txBody>
      </p:sp>
      <p:sp>
        <p:nvSpPr>
          <p:cNvPr id="28" name="Shape 2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v1.0  ·  April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 of Cont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 Stripe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Header Section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900" dirty="0"/>
          </a:p>
        </p:txBody>
      </p:sp>
      <p:sp>
        <p:nvSpPr>
          <p:cNvPr id="5" name="Header Page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6" name="Title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7" name="Title Underline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TOC Body"/>
          <p:cNvSpPr/>
          <p:nvPr/>
        </p:nvSpPr>
        <p:spPr>
          <a:xfrm>
            <a:off x="457200" y="1280160"/>
            <a:ext cx="5943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1. Introduction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4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2. Test Plan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5</a:t>
            </a:r>
          </a:p>
          <a:p>
            <a:pPr marL="285750" indent="0">
              <a:spcBef>
                <a:spcPts val="500"/>
              </a:spcBef>
              <a:buNone/>
              <a:tabLst>
                <a:tab pos="5943600" algn="r"/>
              </a:tabLst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</a:rPr>
              <a:t>2.1 Test Cases (1/6) — WebSocket Happy Path</a:t>
            </a:r>
            <a:r>
              <a:rPr lang="en-US" sz="1100" dirty="0">
                <a:solidFill>
                  <a:srgbClr val="737373"/>
                </a:solidFill>
                <a:latin typeface="Calibri" pitchFamily="34" charset="0"/>
              </a:rPr>
              <a:t>	6</a:t>
            </a:r>
          </a:p>
          <a:p>
            <a:pPr marL="285750" indent="0">
              <a:spcBef>
                <a:spcPts val="200"/>
              </a:spcBef>
              <a:buNone/>
              <a:tabLst>
                <a:tab pos="5943600" algn="r"/>
              </a:tabLst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</a:rPr>
              <a:t>2.2 Test Cases (2/6) — POST Multimeter / MeterDetail</a:t>
            </a:r>
            <a:r>
              <a:rPr lang="en-US" sz="1100" dirty="0">
                <a:solidFill>
                  <a:srgbClr val="737373"/>
                </a:solidFill>
                <a:latin typeface="Calibri" pitchFamily="34" charset="0"/>
              </a:rPr>
              <a:t>	7</a:t>
            </a:r>
          </a:p>
          <a:p>
            <a:pPr marL="285750" indent="0">
              <a:spcBef>
                <a:spcPts val="200"/>
              </a:spcBef>
              <a:buNone/>
              <a:tabLst>
                <a:tab pos="5943600" algn="r"/>
              </a:tabLst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</a:rPr>
              <a:t>2.3 Test Cases (3/6) — Response Structure &amp; WebSocket Load</a:t>
            </a:r>
            <a:r>
              <a:rPr lang="en-US" sz="1100" dirty="0">
                <a:solidFill>
                  <a:srgbClr val="737373"/>
                </a:solidFill>
                <a:latin typeface="Calibri" pitchFamily="34" charset="0"/>
              </a:rPr>
              <a:t>	8</a:t>
            </a:r>
          </a:p>
          <a:p>
            <a:pPr marL="285750" indent="0">
              <a:spcBef>
                <a:spcPts val="200"/>
              </a:spcBef>
              <a:buNone/>
              <a:tabLst>
                <a:tab pos="5943600" algn="r"/>
              </a:tabLst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</a:rPr>
              <a:t>2.4 Test Cases (4/6) — REST Load &amp; Integration</a:t>
            </a:r>
            <a:r>
              <a:rPr lang="en-US" sz="1100" dirty="0">
                <a:solidFill>
                  <a:srgbClr val="737373"/>
                </a:solidFill>
                <a:latin typeface="Calibri" pitchFamily="34" charset="0"/>
              </a:rPr>
              <a:t>	9</a:t>
            </a:r>
          </a:p>
          <a:p>
            <a:pPr marL="285750" indent="0">
              <a:spcBef>
                <a:spcPts val="200"/>
              </a:spcBef>
              <a:buNone/>
              <a:tabLst>
                <a:tab pos="5943600" algn="r"/>
              </a:tabLst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</a:rPr>
              <a:t>2.5 Test Cases (5/6) — Cross-Endpoint &amp; Validation Required</a:t>
            </a:r>
            <a:r>
              <a:rPr lang="en-US" sz="1100" dirty="0">
                <a:solidFill>
                  <a:srgbClr val="737373"/>
                </a:solidFill>
                <a:latin typeface="Calibri" pitchFamily="34" charset="0"/>
              </a:rPr>
              <a:t>	10</a:t>
            </a:r>
          </a:p>
          <a:p>
            <a:pPr marL="285750" indent="0">
              <a:spcBef>
                <a:spcPts val="200"/>
              </a:spcBef>
              <a:buNone/>
              <a:tabLst>
                <a:tab pos="5943600" algn="r"/>
              </a:tabLst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</a:rPr>
              <a:t>2.6 Test Cases (6/6) — Validation Wrong Type / Range / Format</a:t>
            </a:r>
            <a:r>
              <a:rPr lang="en-US" sz="1100" dirty="0">
                <a:solidFill>
                  <a:srgbClr val="737373"/>
                </a:solidFill>
                <a:latin typeface="Calibri" pitchFamily="34" charset="0"/>
              </a:rPr>
              <a:t>	11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3. Testing Deliverables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12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4. Environmental Requirements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13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5. Staffing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14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6. Schedule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15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7. Risks and Contingencies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16</a:t>
            </a:r>
          </a:p>
          <a:p>
            <a:pPr marL="0" indent="0">
              <a:spcBef>
                <a:spcPts val="1000"/>
              </a:spcBef>
              <a:buNone/>
              <a:tabLst>
                <a:tab pos="5943600" algn="r"/>
              </a:tabLst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8. Approvals</a:t>
            </a:r>
            <a:r>
              <a:rPr lang="en-US" sz="1200" dirty="0">
                <a:solidFill>
                  <a:srgbClr val="737373"/>
                </a:solidFill>
                <a:latin typeface="Calibri" pitchFamily="34" charset="0"/>
              </a:rPr>
              <a:t>	17</a:t>
            </a:r>
          </a:p>
        </p:txBody>
      </p:sp>
      <p:sp>
        <p:nvSpPr>
          <p:cNvPr id="9" name="Footer Band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0" name="Footer Text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 bwMode="gray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white">
          <a:xfrm>
            <a:off x="0" y="0"/>
            <a:ext cx="6858000" cy="530352"/>
          </a:xfrm>
          <a:prstGeom prst="rect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 bwMode="blackWhite"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serves as the Test Scenario for the UMTH Flow meter Visualization API. It specifies the black-box test cases used to verify all software artifacts and report test results.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59436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48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322576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consists of two sub-systems: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WebSocket Sensor Server — real-time sensor data via ws://{host}:9001/ws/ using JSON text frames (RFC 6455)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 REST API — energy meter data via http://{host}:5000 with three POST endpoints: /GetDataMeterSum, /GetDataMultimeter, /GetDataMeterDetail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59436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584448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organized into four categories covering the full quality scope of the system: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Functional Testing (30 cases) — correct request/response behavior per specification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 Testing (10 cases) — stability and response time under concurrent and sustained load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Integration Testing (12 cases) — data integrity across API, SQL Server, and sensor/PLC hardware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Validation Testing (18 cases) — proper rejection of malformed, missing, and out-of-range inputs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882896"/>
            <a:ext cx="59436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743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Coverage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5248656"/>
            <a:ext cx="5806440" cy="3840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70 test cases across 16 test groups — executed over a 2-day schedule.</a:t>
            </a:r>
            <a:endParaRPr lang="en-US" sz="950" b="1" dirty="0"/>
          </a:p>
        </p:txBody>
      </p:sp>
      <p:sp>
        <p:nvSpPr>
          <p:cNvPr id="21" name="Shape 19"/>
          <p:cNvSpPr/>
          <p:nvPr/>
        </p:nvSpPr>
        <p:spPr>
          <a:xfrm>
            <a:off x="457200" y="5742432"/>
            <a:ext cx="5943600" cy="0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Test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below specifies the black-box test cases for all 70 requirements. Each requirement has at least one test case derived from equivalence class partitioning, boundary value analysis, and error-condition coverage.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94360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 bwMode="black">
          <a:xfrm>
            <a:off x="457200" y="1874520"/>
            <a:ext cx="54864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185416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relating to the requirement group and sub-test. Format: GROUP-NN (e.g. WS-F-01, MS-F-03). Acceptance test cases end with *.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5943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black">
          <a:xfrm>
            <a:off x="457200" y="2770632"/>
            <a:ext cx="54864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081528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actions to execute the test case. Written specifically enough that any team member can run the test without the author being present.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594360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 bwMode="black">
          <a:xfrm>
            <a:off x="457200" y="3666744"/>
            <a:ext cx="54864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21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what should happen when the test case is executed correctly against a conforming implementation.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562856"/>
            <a:ext cx="5943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 bwMode="black">
          <a:xfrm>
            <a:off x="457200" y="4562856"/>
            <a:ext cx="54864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873752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during execution. Record 'Pass' or 'Fail' and describe actual behavior when the test fails.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 bwMode="blackWhite">
          <a:xfrm>
            <a:off x="457200" y="5550408"/>
            <a:ext cx="5943600" cy="3474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5040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are organized into 4 categories:  Functional (30)  ·  Load (10)  ·  Integration (12)  ·  Validation (18)  =  70 Total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Cases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invGray">
          <a:xfrm>
            <a:off x="457200" y="1097280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 bwMode="blackWhite">
          <a:xfrm>
            <a:off x="457200" y="1444752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black">
          <a:xfrm>
            <a:off x="457200" y="1444752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blackWhite"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WebSocket Happy Path (WS-F)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{"cmd":"PING"} to ws://{host}:9001/ws/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Command="PING", Status="OK", Response="PONG", valid ISO 8601 Timestamp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{"Cmd":"ping"} — mixed-case field &amp; value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WS-F-01; server is case-insensitive for field name and value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{"command":"PING"} — alternative field name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WS-F-01; server accepts cmd, Cmd, command, Command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verify root fields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Command="INFO", Status="OK", valid Timestamp; Total/Online/Alarm/Offline/Disabled all ≥ 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inspect Sensors array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object has Status="Online" (StatusCode=1) only; no Disabled/Alarm/Offline entries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0416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0" y="4041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4041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12080" y="4041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" y="4059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0817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count arithmetic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2841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Online + Alarm + Offline + Disabled (must balance exactly)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44988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4498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91840" y="4498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2080" y="4498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4517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WS-F-07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40817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{"cmd":"INFO"} — inspect Sensor object fields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2841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has: SensorId, SensorName, FlowId, Value, Accumulate, Status, LastUpdated (ISO 8601)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 bwMode="blackWhite">
          <a:xfrm>
            <a:off x="457200" y="4956048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8" name="Shape 66"/>
          <p:cNvSpPr/>
          <p:nvPr/>
        </p:nvSpPr>
        <p:spPr bwMode="black">
          <a:xfrm>
            <a:off x="457200" y="4956048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" y="49560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POST /GetDataMeterSum Happy Path (MS-F)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Type="Day", Meter=1, DataSelect=["10","11","12"], Interval=15, Month="06"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"10","11","12"; ArrCategories in 15-min HH:mm labels; ShortMonth="Jun", Year="2025"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208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" y="5742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0817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Type="Week", Meter="ALL", DataSelect=["2025-06-02||2025-06-08","2025-06-09||2025-06-15"], Interval=7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32841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match both DataSelect strings; ArrCategories lists day labels for each week range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61813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1208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3776" y="6199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MS-F-03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40817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Type="Month", Meter=1, DataSelect=["04","05","06"], Interval=0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32841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"04","05","06"; ArrCategories lists day-of-month labels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57200" y="66385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71600" y="6638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91840" y="6638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12080" y="6638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" y="6656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MS-F-04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40817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Type="Year", Meter=1, DataSelect=["2023","2024","2025"], Interval=0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32841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"2023","2024","2025"; ArrCategories lists 12-month abbreviations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" y="70957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71600" y="7095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91840" y="7095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12080" y="7095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" y="7114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MS-F-05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40817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Type="Max10Year", Meter="ALL", DataSelect=["2016"…"2025"], Interval=0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32841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match all 10-year strings; ArrCategories lists year labels 2016–2025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Test Plan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Cases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invGray">
          <a:xfrm>
            <a:off x="457200" y="1097280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 bwMode="blackWhite">
          <a:xfrm>
            <a:off x="457200" y="1444752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 bwMode="black">
          <a:xfrm>
            <a:off x="457200" y="1444752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blackWhite"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POST /GetDataMultimeter Happy Path (MM-F)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Type="Day", Meter=[1,2,3], DataSelect="15", Interval=15, Month="06"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meter IDs; ArrCategories in 15-min intervals; ShortMonth and Year present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Type="Week", Meter=[1,2], DataSelect="2025-06-09||2025-06-15", Interval=7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"1","2"; ArrCategories lists day labels for the specified week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Type="Month", Meter=[1,2], DataSelect="06", Interval=0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meter IDs; ArrCategories lists day-of-month labels for June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type="Year", Meter=[1,2], DataSelect="2025", interval=0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meter IDs; ArrCategories lists 12 month abbreviations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MM-F-05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Type="Max10Year", Meter=[1,2], DataSelect="2025|2016", Interval=0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meter IDs; ArrCategories lists year labels from 2016 to 2025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 bwMode="blackWhite">
          <a:xfrm>
            <a:off x="457200" y="4041648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54" name="Shape 52"/>
          <p:cNvSpPr/>
          <p:nvPr/>
        </p:nvSpPr>
        <p:spPr bwMode="black">
          <a:xfrm>
            <a:off x="457200" y="4041648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0416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POST /GetDataMeterDetail Happy Path (MD-F)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type="Day", Meter=[1,2], DataSelect="15", interval=15, month="06"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has MaxData, ArrDataChart (ChartSeries), ArrStrokeChart, ArrCategories, MeterLabelMap; each series has name, type='bar', color (HEX), data (doubles)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828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0817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type="Week", Meter=[1], DataSelect="2025-06-09||2025-06-15", interval=7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32841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day labels for specified week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type="Month", Meter=[1], DataSelect="06", interval=0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day-of-month labels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208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" y="5742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0817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type="Year", Meter=[1,2], DataSelect="2025", interval=0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32841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12 month abbreviation labels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61813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1208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3776" y="6199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MD-F-05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40817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type="Max10Year", Meter=[1], DataSelect="2025|2016", interval=0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32841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MD-F-01; ArrCategories contains year labels from 2016 to 2025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Cases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invGray">
          <a:xfrm>
            <a:off x="457200" y="1097280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 bwMode="blackWhite">
          <a:xfrm>
            <a:off x="457200" y="1444752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black">
          <a:xfrm>
            <a:off x="457200" y="1444752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Response Structure &amp; Field Integrity (RF)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MeterSum: verify response key type for Type='Day'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time strings (e.g. '10','11') — NOT meter IDs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Multimeter: verify response key type for Type='Day'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ArrDataTarget/Actual are meter ID strings (e.g. '1') — NOT time strings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MeterSum: verify MaxValueTarget/Actual for Type='Month'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MaxValueTarget ≥ every value across all ArrDataTarget arrays; MaxValueActual ≥ every value across all ArrDataActual arrays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Multimeter: verify max value integrity for Type='Month'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max-value rule applied to Multimeter response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MeterDetail: verify ChartSeries object structure (Type='Day')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in ArrDataChart has: Name (string), Type='bar', Color (valid HEX e.g. '#FF6384'), Data (doubles; length = ArrCategories)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0416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0" y="4041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4041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12080" y="4041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" y="4059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0817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MeterDetail: verify meterLabelMap for Meter=[1,2]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28416" y="4059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meterLabelMap has exactly 2 entries; each entry has id and label; id values match 1 and 2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7200" y="44988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0" y="4498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91840" y="4498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12080" y="4498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4517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40817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MeterDetail: verify ArrStrokeChart length consistency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28416" y="4517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ArrStrokeChart length = number of objects in ArrDataChart; every value is int ≥ 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49560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71600" y="4956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91840" y="4956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12080" y="4956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4974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RF-08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408176" y="4974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MeterSum Day: verify ArrCategories length by Interval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328416" y="4974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Interval=5 → 288 entries; Interval=15 → 96; Interval=60 → 24; Data array length matches ArrCategories length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 bwMode="blackWhite">
          <a:xfrm>
            <a:off x="457200" y="5413248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454545"/>
            </a:solidFill>
            <a:prstDash val="solid"/>
          </a:ln>
        </p:spPr>
      </p:sp>
      <p:sp>
        <p:nvSpPr>
          <p:cNvPr id="75" name="Shape 73"/>
          <p:cNvSpPr/>
          <p:nvPr/>
        </p:nvSpPr>
        <p:spPr bwMode="black">
          <a:xfrm>
            <a:off x="457200" y="5413248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928" y="54132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Load — WebSocket Load (WS-L)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57241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2080" y="5724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" y="5742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WS-L-01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40817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10 simultaneous WS connections; each sends PING at the same moment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328416" y="5742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clients receive correct PONG within 1 second; no connections dropped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" y="61813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12080" y="6181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3776" y="6199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40817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50 simultaneous WS connections; each sends PING at the same moment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328416" y="6199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clients receive correct PONG within 2 seconds; no connections dropped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57200" y="6638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71600" y="6638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91840" y="6638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12080" y="6638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" y="6656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WS-L-03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40817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100 simultaneous WS connections; each sends PING at the same moment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328416" y="6656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clients receive correct PONG within 5 seconds; server does not crash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" y="70957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71600" y="7095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91840" y="7095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12080" y="7095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" y="7114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40817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client sends PING 100 times consecutively without pause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328416" y="7114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responses correct; no missing or malformed responses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57200" y="7552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1600" y="7552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91840" y="7552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12080" y="7552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3776" y="7571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WS-L-05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408176" y="7571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client sends INFO 50 times consecutively without pause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3328416" y="7571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responses correct and contain valid sensor data; no timeouts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Cases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46722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invGray">
          <a:xfrm>
            <a:off x="457200" y="1097280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 bwMode="blackWhite">
          <a:xfrm>
            <a:off x="457200" y="1444752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454545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black">
          <a:xfrm>
            <a:off x="457200" y="1444752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Load — REST API Load (HTTP-L)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20 concurrent POST /GetDataMeterSum (Type='Month')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responses correct and identical; response time ≤ 3s each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20 concurrent POST /GetDataMultimeter (Type='Month')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responses correct and identical; response time ≤ 3s each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20 concurrent POST /GetDataMeterDetail (Type='Month')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responses correct and identical; response time ≤ 3s each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10 req each to all 3 endpoints simultaneously (30 total)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fails; no HTTP 500; all responses correct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5844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6027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HTTP-L-05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0817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1 POST /GetDataMeterSum per second for 5 minutes (300 total)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328416" y="36027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does not increase progressively; no errors after sustained 5-min run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 bwMode="blackWhite">
          <a:xfrm>
            <a:off x="457200" y="4041648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4" name="Shape 52"/>
          <p:cNvSpPr/>
          <p:nvPr/>
        </p:nvSpPr>
        <p:spPr bwMode="black">
          <a:xfrm>
            <a:off x="457200" y="4041648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0416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WebSocket ↔ Sensor/PLC (WS-I)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WS-I-01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INFO; compare Value of an Online sensor against PLC reading directly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response matches PLC reading within defined tolerance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828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WS-I-02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0817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INFO; check LastUpdated timestamp of Online sensors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32841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LastUpdated for every Online sensor is no older than 5 minutes from request time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WS-I-03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Online sensors from PLC; compare against INFO Online field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field in response equals PLC Online sensor count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 bwMode="blackWhite">
          <a:xfrm>
            <a:off x="457200" y="5724144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78" name="Shape 76"/>
          <p:cNvSpPr/>
          <p:nvPr/>
        </p:nvSpPr>
        <p:spPr bwMode="black">
          <a:xfrm>
            <a:off x="457200" y="5724144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6928" y="5724144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HTTP API ↔ SQL Server (DB-I)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" y="6053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DB-I-01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0817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/GetDataMeterSum (Type='Month', Meter=1, DataSelect=['06']); query same data from unimicron_db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ArrDataActual['06'] values match Actual records in DB exactly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492240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160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510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DB-I-02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0817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 as DB-I-01; query Target data from unimicron_db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32841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ArrDataTarget['06'] values match Target records in DB exactly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57200" y="69494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1208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6967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DB-I-03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40817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/GetDataMeterDetail (Type='Month', Meter=[1,2]); query meter names from DB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32841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label in MeterLabelMap matches the meter name stored in unimicron_db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Cases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invGray">
          <a:xfrm>
            <a:off x="457200" y="1097280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 bwMode="blackWhite">
          <a:xfrm>
            <a:off x="457200" y="1444752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black">
          <a:xfrm>
            <a:off x="457200" y="1444752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Cross-Endpoint Consistency (CE-I)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CE-I-01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MeterSum (Meter=1, Type='Month', DataSelect=['06']) and Multimeter (Meter=[1], DataSelect='06')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 for Meter=1 in June is identical across both responses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CE-I-02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Multimeter and MeterDetail for same meters and same month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Sub-Meter Data values per category in MeterDetail is consistent with Actual values in Multimeter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CE-I-03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MeterSum twice with Past=0 and Past=1; all other params identical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responses return different data — confirms Past parameter correctly shifts year context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 bwMode="blackWhite">
          <a:xfrm>
            <a:off x="457200" y="3127248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0" name="Shape 38"/>
          <p:cNvSpPr/>
          <p:nvPr/>
        </p:nvSpPr>
        <p:spPr bwMode="black">
          <a:xfrm>
            <a:off x="457200" y="3127248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1272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System Failure Handling (ERR-I)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4381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3438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3438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34381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34564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ERR-I-01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408176" y="3456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SQL Server; call POST /GetDataMeterSum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28416" y="34564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meaningful error response (not raw HTTP 500); server does not crash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38953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3895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91840" y="3895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3895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3913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ERR-I-02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0817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WebSocket server; attempt client connection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32841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receives clear connection-refused error; no indefinite hang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ERR-I-03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high DB load (long-running query); call POST /GetDataMeterDetail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responds (possibly slower) but does not return incorrect data and does not crash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 bwMode="blackWhite">
          <a:xfrm>
            <a:off x="457200" y="4809744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4" name="Shape 62"/>
          <p:cNvSpPr/>
          <p:nvPr/>
        </p:nvSpPr>
        <p:spPr bwMode="black">
          <a:xfrm>
            <a:off x="457200" y="4809744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809744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Required Field Missing (VR)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1206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0" y="51206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91840" y="51206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12080" y="51206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" y="51389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408176" y="51389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omit the Type field entirely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28416" y="51389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(HTTP 4xx or Status:'ERROR'); no HTTP 500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57200" y="5577840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71600" y="55778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91840" y="55778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55778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" y="55961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408176" y="55961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omit the Meter field entirely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328416" y="55961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" y="6053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VR-03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0817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omit the DataSelect field entirely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492240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160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510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VR-04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0817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omit the Interval field entirely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32841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57200" y="69494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1208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6967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VR-05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40817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omit the Past field entirely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32841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Test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invGray">
          <a:xfrm>
            <a:off x="457200" y="1097280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97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097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 bwMode="blackWhite">
          <a:xfrm>
            <a:off x="457200" y="1444752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black">
          <a:xfrm>
            <a:off x="457200" y="1444752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447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Wrong Data Type (VT)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556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7739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0817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Interval: "fifteen" (string instead of int)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2128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2128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2311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send Meter: 1 (int instead of int array)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28416" y="22311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6700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6883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0817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DataSelect: "10" (string instead of string array)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28416" y="26883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127248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3127248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VT-04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0817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send Past: "zero" (string instead of int)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28416" y="31455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 bwMode="blackWhite">
          <a:xfrm>
            <a:off x="457200" y="3584448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7" name="Shape 45"/>
          <p:cNvSpPr/>
          <p:nvPr/>
        </p:nvSpPr>
        <p:spPr bwMode="black">
          <a:xfrm>
            <a:off x="457200" y="3584448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3584448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Out-of-Range Values (VO)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8953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3895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91840" y="3895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38953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39136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0817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Past: -1 (negative value)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328416" y="39136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graceful fallback; no HTTP 500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" y="43525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43525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" y="43708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0817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Type="Day" with Interval=3 (not 5/15/60)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28416" y="43708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empty data arrays; no HTTP 500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809744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7160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48097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8280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0817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Month: "13" (month 13 does not exist)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328416" y="48280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9184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12080" y="5266944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528523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VO-04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0817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send Past: 999 (unreasonably large)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28416" y="528523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empty data; no HTTP 500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 bwMode="blackWhite">
          <a:xfrm>
            <a:off x="457200" y="5724144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8" name="Shape 76"/>
          <p:cNvSpPr/>
          <p:nvPr/>
        </p:nvSpPr>
        <p:spPr bwMode="black">
          <a:xfrm>
            <a:off x="457200" y="5724144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79" name="Text 77"/>
          <p:cNvSpPr/>
          <p:nvPr/>
        </p:nvSpPr>
        <p:spPr bwMode="blackWhite">
          <a:xfrm>
            <a:off x="566928" y="5724144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Invalid Format (VF)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12080" y="60350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" y="6053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VF-01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40817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Week DataSelect sent as "20250609-20250615" (dash instead of ||)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60533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6492240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160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12080" y="64922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510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VF-02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40817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Max10Year DataSelect sent as "2025-2016" (dash instead of |)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328416" y="6510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response; no HTTP 500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57200" y="6949440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12080" y="6949440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" y="6967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VF-03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40817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/GetDataMeterDetail — send Month: "6" (missing leading zero; spec requires "06")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3328416" y="6967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handles zero-padding gracefully or returns descriptive error; no HTTP 500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 bwMode="blackWhite">
          <a:xfrm>
            <a:off x="457200" y="7406640"/>
            <a:ext cx="5943600" cy="310896"/>
          </a:xfrm>
          <a:prstGeom prst="rect">
            <a:avLst/>
          </a:prstGeom>
          <a:solidFill>
            <a:schemeClr val="bg1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2" name="Shape 100"/>
          <p:cNvSpPr/>
          <p:nvPr/>
        </p:nvSpPr>
        <p:spPr bwMode="black">
          <a:xfrm>
            <a:off x="457200" y="7406640"/>
            <a:ext cx="45720" cy="310896"/>
          </a:xfrm>
          <a:prstGeom prst="rect">
            <a:avLst/>
          </a:prstGeom>
          <a:solidFill>
            <a:schemeClr val="tx1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6928" y="7406640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Invalid Meter ID (VM)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57200" y="7717536"/>
            <a:ext cx="5943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371600" y="7717536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291840" y="7717536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12080" y="7717536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3776" y="773582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VM-01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408176" y="77358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/GetDataMeterSum — send Meter: 9999 (meter ID does not exist)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328416" y="77358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 or empty data arrays; no HTTP 500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57200" y="8174736"/>
            <a:ext cx="5943600" cy="45720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1600" y="8174736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91840" y="8174736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212080" y="8174736"/>
            <a:ext cx="0" cy="45720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93776" y="819302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VM-02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408176" y="81930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/GetDataMultimeter — send Meter: [1,9999] (one valid, one invalid)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3328416" y="81930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data for valid meters only, or errors on whole request; no HTTP 500; behavior documented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Testing Deliverables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 bwMode="black">
          <a:xfrm>
            <a:off x="457200" y="1170432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2529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 Case Specification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48132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(Sections I–IX) including all 70 test cases with Test ID, Description, Expected Results, and Actual Results columns.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5943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 bwMode="black">
          <a:xfrm>
            <a:off x="457200" y="2029968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0848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Log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34086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record for each test case: timestamp, tester name, build version, and actual result (Pass/Fail with notes).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59436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 bwMode="black">
          <a:xfrm>
            <a:off x="457200" y="2889504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443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Incident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for every failing test case. Documents: actual vs. expected behavior, reproduction steps, severity, and assigned developer.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5943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 bwMode="black">
          <a:xfrm>
            <a:off x="457200" y="3749040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039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Summary Report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05993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statistics per category (Functional/Load/Integration/Validation) and overall after each test cycle.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608576"/>
            <a:ext cx="59436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 bwMode="black">
          <a:xfrm>
            <a:off x="457200" y="4608576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634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Input and Output 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91947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raw JSON request bodies and response payloads for each test case execution.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468112"/>
            <a:ext cx="5943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1" name="Shape 29"/>
          <p:cNvSpPr/>
          <p:nvPr/>
        </p:nvSpPr>
        <p:spPr bwMode="black">
          <a:xfrm>
            <a:off x="457200" y="5468112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52297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Load Test Results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77900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measurements and server resource metrics (CPU, memory) for all Load Testing cases (WS-L, HTTP-L).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327648"/>
            <a:ext cx="59436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5" name="Shape 33"/>
          <p:cNvSpPr/>
          <p:nvPr/>
        </p:nvSpPr>
        <p:spPr bwMode="black">
          <a:xfrm>
            <a:off x="457200" y="6327648"/>
            <a:ext cx="54864" cy="80467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3825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 Design Specification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663854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rationale: equivalence classes, boundary values, and error conditions considered when deriving each test case.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Environmental Requirements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System Software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417320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application running and accessible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783080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with unimicron_db accessible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148840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(HTTP) / 5001 (HTTPS) — ListenAnyIP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2514600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2880360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machine must reach host on TCP ports 5000, 5001, 9001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447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721608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721608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21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3721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or curl — for HTTP endpoint testing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087368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4087368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0873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77440" y="4087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wscat or Postman WebSocket — for WS endpoint testing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53128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4453128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453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77440" y="4453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k6, JMeter, or equivalent — for Load Testing cases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18888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4818888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4818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Access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77440" y="4818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unimicron_db — required for Integration Testing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184648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0" y="5184648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5184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Explorer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377440" y="5184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available at /swagger on all environments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57515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6025896"/>
            <a:ext cx="5943600" cy="365760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6025896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60258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377440" y="6025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 only; no external exposure required during testing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6391656"/>
            <a:ext cx="5943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6391656"/>
            <a:ext cx="0" cy="365760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63916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Policy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377440" y="6391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AllowAnyOrigin, AllowAnyMethod, AllowAnyHeader (test environment)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Staffing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70432"/>
            <a:ext cx="54864" cy="10241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170432"/>
            <a:ext cx="0" cy="1024128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43584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1243584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test execution across all four categories. Reviews all incident reports. Signs off on the final Test Summary Report. Escalates blockers to Project Sponsor.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49424"/>
            <a:ext cx="54864" cy="10241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249424"/>
            <a:ext cx="0" cy="1024128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22576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94560" y="2322576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Functional Testing (WS-F, MS-F, MM-F, MD-F, RF) and Validation Testing (VR, VT, VO, VF, VM) cases. Records actual results in the Test Log.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594360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28416"/>
            <a:ext cx="54864" cy="10241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328416"/>
            <a:ext cx="0" cy="1024128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01568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94560" y="3401568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Integration Testing (WS-I, DB-I, CE-I, ERR-I) cases. Requires read access to unimicron_db and network visibility to PLC/sensor hardware.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07408"/>
            <a:ext cx="54864" cy="10241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407408"/>
            <a:ext cx="0" cy="1024128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80560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94560" y="4480560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and runs Load Testing (WS-L, HTTP-L) cases using k6 or JMeter. Records response times and server resource metrics (CPU, memory).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486400"/>
            <a:ext cx="594360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486400"/>
            <a:ext cx="54864" cy="10241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5486400"/>
            <a:ext cx="0" cy="1024128"/>
          </a:xfrm>
          <a:prstGeom prst="line">
            <a:avLst/>
          </a:prstGeom>
          <a:noFill/>
          <a:ln w="6350">
            <a:solidFill>
              <a:srgbClr val="D6D6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5559552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API Owner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94560" y="5559552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during test execution to clarify API specification, resolve defects, and provide build versions. Does not execute tests directly.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Schedule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5943600" cy="3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064" y="1170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" y="1170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55064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86784" y="1170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9704" y="11704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517904"/>
            <a:ext cx="594360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151790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151790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51790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51790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151790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151790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55064" y="151790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and connectivity verification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86784" y="151790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89704" y="151790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r>
              <a:rPr lang="th-TH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Developer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029968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02996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202996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202996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202996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02996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52144" y="202996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55064" y="20299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— WebSocket cases (WS-F-01 to WS-F-07)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86784" y="202996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489704" y="202996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542032"/>
            <a:ext cx="594360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2542032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0200" y="2542032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2542032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542032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254203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52144" y="254203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55064" y="254203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— HTTP happy path (MS-F, MM-F, MD-F, RF)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86784" y="254203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89704" y="25420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054096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1097280" y="3054096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0200" y="3054096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0" y="3054096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34840" y="3054096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05409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" y="305409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655064" y="305409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Testing — all groups (VR, VT, VO, VF, VM)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86784" y="305409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489704" y="3054096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3566160"/>
            <a:ext cx="594360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7280" y="3566160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00200" y="3566160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31920" y="3566160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34840" y="3566160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356616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52144" y="356616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655064" y="356616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— all groups (WS-I, DB-I, CE-I, ERR-I)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986784" y="356616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489704" y="356616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4078224"/>
            <a:ext cx="594360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" y="407822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00200" y="407822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31920" y="407822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34840" y="4078224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" y="407822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152144" y="407822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655064" y="407822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all groups (WS-L, HTTP-L)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986784" y="407822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489704" y="4078224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7200" y="4590288"/>
            <a:ext cx="5943600" cy="512064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1097280" y="459028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00200" y="459028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31920" y="459028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34840" y="4590288"/>
            <a:ext cx="0" cy="512064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2064" y="459028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152144" y="459028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655064" y="45902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 Report Document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986784" y="459028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489704" y="459028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blackWhite"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" name="Shape 1"/>
          <p:cNvSpPr/>
          <p:nvPr/>
        </p:nvSpPr>
        <p:spPr bwMode="black">
          <a:xfrm>
            <a:off x="0" y="0"/>
            <a:ext cx="54864" cy="5303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Risks and Contingencies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 bwMode="ltGray">
          <a:xfrm>
            <a:off x="457200" y="1170432"/>
            <a:ext cx="5943600" cy="32918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170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38144" y="1170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61104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92624" y="11704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99616"/>
            <a:ext cx="594360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499616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499616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499616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572768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unavailable during testing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56432" y="1792224"/>
            <a:ext cx="65836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1792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79392" y="1792224"/>
            <a:ext cx="5669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17922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1572768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DB connectivity before start; coordinate dedicated test window with DBA.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2578608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2578608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578608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651760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devices offline (affects WS-I data cases)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56432" y="2871216"/>
            <a:ext cx="65836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871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79392" y="2871216"/>
            <a:ext cx="56692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28712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0" y="2651760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staging environment with simulated sensor data for WS-I cases.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594360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3657600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3657600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657600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30752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disrupt other users or services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56432" y="3950208"/>
            <a:ext cx="65836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3950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279392" y="3950208"/>
            <a:ext cx="5669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9392" y="3950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29200" y="3730752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load tests in isolated test environment — never against production.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736592"/>
            <a:ext cx="5943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4736592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6240" y="4736592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4736592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809744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= -1 causes unhandled server exception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56432" y="5029200"/>
            <a:ext cx="658368" cy="2743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6432" y="5029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279392" y="5029200"/>
            <a:ext cx="5669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79392" y="5029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029200" y="4809744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VO-01 first to detect server instability before running the full suite.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5815584"/>
            <a:ext cx="5943600" cy="1024128"/>
          </a:xfrm>
          <a:prstGeom prst="rect">
            <a:avLst/>
          </a:prstGeom>
          <a:solidFill>
            <a:srgbClr val="F5F5F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83280" y="5815584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5815584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5815584"/>
            <a:ext cx="0" cy="102412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5888736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read credentials unavailable for Integration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56432" y="6108192"/>
            <a:ext cx="658368" cy="2743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56432" y="61081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279392" y="6108192"/>
            <a:ext cx="566928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9392" y="6108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0" y="5888736"/>
            <a:ext cx="1325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read access to unimicron_db in advance of the test cycle.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30352"/>
          </a:xfrm>
          <a:prstGeom prst="rect">
            <a:avLst/>
          </a:prstGeom>
          <a:solidFill>
            <a:schemeClr val="bg1"/>
          </a:solidFill>
          <a:ln w="12700">
            <a:solidFill>
              <a:srgbClr val="323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52160" y="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Approvals 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9436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8" name="Shape 6"/>
          <p:cNvSpPr/>
          <p:nvPr/>
        </p:nvSpPr>
        <p:spPr bwMode="white">
          <a:xfrm>
            <a:off x="0" y="8705088"/>
            <a:ext cx="68580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05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 Visualization API   ·  Test Scenario v2.0  ·  April 2026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Approvals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5943600" cy="32918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463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98064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26864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41264" y="14630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5943600" cy="475488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792224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792224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792224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79222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67712"/>
            <a:ext cx="59436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267712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267712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267712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677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IoT Engineer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5943600" cy="475488"/>
          </a:xfrm>
          <a:prstGeom prst="rect">
            <a:avLst/>
          </a:prstGeom>
          <a:solidFill>
            <a:srgbClr val="F5F5F5"/>
          </a:solidFill>
          <a:ln w="508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743200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2743200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743200"/>
            <a:ext cx="0" cy="475488"/>
          </a:xfrm>
          <a:prstGeom prst="line">
            <a:avLst/>
          </a:prstGeom>
          <a:noFill/>
          <a:ln w="5080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25252"/>
      </a:dk2>
      <a:lt2>
        <a:srgbClr val="E6E6E6"/>
      </a:lt2>
      <a:accent1>
        <a:srgbClr val="6E6E6E"/>
      </a:accent1>
      <a:accent2>
        <a:srgbClr val="969696"/>
      </a:accent2>
      <a:accent3>
        <a:srgbClr val="A5A5A5"/>
      </a:accent3>
      <a:accent4>
        <a:srgbClr val="BDBDBD"/>
      </a:accent4>
      <a:accent5>
        <a:srgbClr val="8E8E8E"/>
      </a:accent5>
      <a:accent6>
        <a:srgbClr val="8F8F8F"/>
      </a:accent6>
      <a:hlink>
        <a:srgbClr val="525252"/>
      </a:hlink>
      <a:folHlink>
        <a:srgbClr val="6868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25252"/>
      </a:dk2>
      <a:lt2>
        <a:srgbClr val="E6E6E6"/>
      </a:lt2>
      <a:accent1>
        <a:srgbClr val="6E6E6E"/>
      </a:accent1>
      <a:accent2>
        <a:srgbClr val="969696"/>
      </a:accent2>
      <a:accent3>
        <a:srgbClr val="A5A5A5"/>
      </a:accent3>
      <a:accent4>
        <a:srgbClr val="BDBDBD"/>
      </a:accent4>
      <a:accent5>
        <a:srgbClr val="8E8E8E"/>
      </a:accent5>
      <a:accent6>
        <a:srgbClr val="8F8F8F"/>
      </a:accent6>
      <a:hlink>
        <a:srgbClr val="525252"/>
      </a:hlink>
      <a:folHlink>
        <a:srgbClr val="6868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3786</Words>
  <Application>Microsoft Office PowerPoint</Application>
  <PresentationFormat>On-screen Show (4:3)</PresentationFormat>
  <Paragraphs>509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UMTH API Test Plan</dc:title>
  <dc:subject>PptxGenJS Presentation</dc:subject>
  <dc:creator>QA Team</dc:creator>
  <cp:lastModifiedBy>Mekkalar Sansiri</cp:lastModifiedBy>
  <cp:revision>3</cp:revision>
  <dcterms:created xsi:type="dcterms:W3CDTF">2026-04-26T10:20:54Z</dcterms:created>
  <dcterms:modified xsi:type="dcterms:W3CDTF">2026-05-09T01:45:03Z</dcterms:modified>
</cp:coreProperties>
</file>