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10689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86684" y="1645920"/>
            <a:ext cx="1188720" cy="11887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86684" y="16459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866644" y="310896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66644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3657600"/>
            <a:ext cx="7013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รายงานผลการทดสอบ API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4480560"/>
            <a:ext cx="7013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UMTH Flow meter Visualization 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5074920"/>
            <a:ext cx="664768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257800"/>
            <a:ext cx="6099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โครงการ: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PJ250104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5559552"/>
            <a:ext cx="6099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ลูกค้า: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Unimicron (Thailand) Co., Ltd.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5861304"/>
            <a:ext cx="6099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จัดทำโดย: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6163056"/>
            <a:ext cx="6099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วันที่รายงาน: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พฤษภาคม 2569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6464808"/>
            <a:ext cx="6099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ชุดทดสอบ: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— MS-F · MM-F · MD-F · RF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6766560"/>
            <a:ext cx="6099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เวอร์ชันเอกสาร: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10369296"/>
            <a:ext cx="7562088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10369296"/>
            <a:ext cx="7562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ลับเฉพาะ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สรุปผลการทดสอบ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 Suite — รันเมื่อ 5 พฤษภาคม 2569 เวลา 04:24 UTC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923544"/>
            <a:ext cx="6647688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923544"/>
            <a:ext cx="6428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สถานะโดยรวม: PASS  —  ผ่านทุก 209 assertions  —  ข้อบกพร่อง 4 รายการได้รับการแก้ไขแล้วในเวอร์ชัน v1.2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472184"/>
            <a:ext cx="2142744" cy="987552"/>
          </a:xfrm>
          <a:prstGeom prst="rect">
            <a:avLst/>
          </a:prstGeom>
          <a:solidFill>
            <a:srgbClr val="EFF6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563624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" y="2057400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231136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ที่รัน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09672" y="1472184"/>
            <a:ext cx="2142744" cy="987552"/>
          </a:xfrm>
          <a:prstGeom prst="rect">
            <a:avLst/>
          </a:prstGeom>
          <a:solidFill>
            <a:srgbClr val="EFF6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09672" y="1563624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709672" y="2057400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09672" y="2231136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ทั้งหมด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62144" y="1472184"/>
            <a:ext cx="2142744" cy="987552"/>
          </a:xfrm>
          <a:prstGeom prst="rect">
            <a:avLst/>
          </a:prstGeom>
          <a:solidFill>
            <a:srgbClr val="DCFCE7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62144" y="1563624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962144" y="2057400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62144" y="2231136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ผ่าน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569464"/>
            <a:ext cx="2142744" cy="987552"/>
          </a:xfrm>
          <a:prstGeom prst="rect">
            <a:avLst/>
          </a:prstGeom>
          <a:solidFill>
            <a:srgbClr val="DCFCE7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2660904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457200" y="3154680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328416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ล้มเหลว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09672" y="2569464"/>
            <a:ext cx="2142744" cy="987552"/>
          </a:xfrm>
          <a:prstGeom prst="rect">
            <a:avLst/>
          </a:prstGeom>
          <a:solidFill>
            <a:srgbClr val="DCFCE7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09672" y="2660904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2709672" y="3154680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 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09672" y="3328416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เทสเคสผ่านทั้งหมด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62144" y="2569464"/>
            <a:ext cx="2142744" cy="987552"/>
          </a:xfrm>
          <a:prstGeom prst="rect">
            <a:avLst/>
          </a:prstGeom>
          <a:solidFill>
            <a:srgbClr val="DCFCE7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62144" y="2660904"/>
            <a:ext cx="2142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962144" y="3154680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62144" y="3328416"/>
            <a:ext cx="214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500 Error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3758184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ผลสรุปแยกตามกลุ่มทดสอบ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14216"/>
          <a:ext cx="6647688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548640"/>
                <a:gridCol w="521208"/>
                <a:gridCol w="521208"/>
                <a:gridCol w="521208"/>
                <a:gridCol w="877824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กลุ่มทดสอบ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เทสเคส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ผ่าน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บางส่วน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ล้มเหลว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 — GetDataMeterSum Functional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 — GetDataMultimeter Functional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 — GetDataMeterDetail Functional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— Response Structure &amp; Integrity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รวมทั้งหมด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สภาพแวดล้อมการทดสอบ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41832"/>
          <a:ext cx="6647688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53128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รายการ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ค่า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Base URL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https://tom-demo-01.proen.app.ruk-com.cloud/unimicron-api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URL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ws://localhost:9001/ws/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 ID ที่ทดสอบ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1, 2, 3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 ID ที่ไม่มีในระบบ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9999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เดือนทดสอบ (Month)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06 — มิถุนายน 2025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ปีทดสอบ (Year)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ช่วงสัปดาห์ (Week 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2025-06-02 || 2025-06-08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ช่วงสัปดาห์ (Week 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2025-06-09 || 2025-06-15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เครื่องมืออัตโนมัติ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Newman 6.2.1 + newman-reporter-htmlextra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Postman Collection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unimicron-api.postman_collection.json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File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postman-environment.json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วันที่รันทดสอบ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พฤษภาคม 2569 เวลา 04:24 UTC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ผู้ทดสอบ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Tomas Tech Co., Ltd.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POST /GetDataMeterSum — Functional (MS-F)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— Type: Day, Week, Month, Year, Max10Year  |  ผลกลุ่ม: 5 / 5 เทสเคสผ่าน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23544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ผลการทดสอบ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9576"/>
          <a:ext cx="664768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3849624"/>
                <a:gridCol w="512064"/>
                <a:gridCol w="438912"/>
                <a:gridCol w="438912"/>
                <a:gridCol w="658368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รายละเอียด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ผ่าน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ล้มเหลว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comparison by selected days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comparison by selected week ranges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comparison by selected months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comparison by selected years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Max10Year comparison across ten years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880360"/>
            <a:ext cx="6647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ทุกเทสเคสผ่านสมบูรณ์ — DEF-001 และ DEF-002 ได้รับการแก้ไขแล้วในเวอร์ชัน v1.2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POST /GetDataMultimeter — Functional (MM-F)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— Type: Day, Week, Month, Year, Max10Year  |  ผลกลุ่ม: 5 / 5 เทสเคสผ่าน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23544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ผลการทดสอบ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9576"/>
          <a:ext cx="664768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3849624"/>
                <a:gridCol w="512064"/>
                <a:gridCol w="438912"/>
                <a:gridCol w="438912"/>
                <a:gridCol w="658368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รายละเอียด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ผ่าน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ล้มเหลว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data for multiple meters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data for multiple meters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data for multiple meters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data for multiple meters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Max10Year data for multiple meters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880360"/>
            <a:ext cx="6647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ทุกเทสเคสผ่านสมบูรณ์ — DEF-001 ได้รับการแก้ไขแล้วในเวอร์ชัน v1.2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POST /GetDataMeterDetail — Functional (MD-F)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— Type: Day, Week, Month, Year, Max10Year  |  ผลกลุ่ม: 5 / 5 เทสเคสผ่าน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23544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ผลการทดสอบ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9576"/>
          <a:ext cx="664768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3849624"/>
                <a:gridCol w="512064"/>
                <a:gridCol w="438912"/>
                <a:gridCol w="438912"/>
                <a:gridCol w="658368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รายละเอียด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ผ่าน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ล้มเหลว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detail chart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detail chart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detail chart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detail chart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Max10Year detail chart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2880360"/>
            <a:ext cx="6647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ทุกเทสเคสผ่านสมบูรณ์ — DEF-001, DEF-003, และ DEF-004 ได้รับการแก้ไขแล้วในเวอร์ชัน v1.2 (HTTP 500 บน Max10Year หายแล้ว)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Response Structure &amp; Field Integrity (RF)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ตรวจสอบโครงสร้าง Response และความถูกต้องของ Field  |  ผลกลุ่ม: 10 / 10 เทสเคสผ่าน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23544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ผลการทดสอบ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9576"/>
          <a:ext cx="664768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3849624"/>
                <a:gridCol w="512064"/>
                <a:gridCol w="438912"/>
                <a:gridCol w="438912"/>
                <a:gridCol w="658368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รายละเอียด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ผ่าน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ล้มเหลว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MeterSum Day keys เป็น time string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Multimeter Day keys เป็น meter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MeterSum max values ครอบคลุม Month 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Multimeter max values ครอบคลุม Month 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MeterDetail ChartSeries object structure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MeterDetail MeterLabelMap selected IDs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MeterDetail ArrStrokeChart length consistency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RF-08a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MeterSum Day categories — Interval=5 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RF-08b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MeterSum Day categories — Interval=15 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RF-08c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MeterSum Day categories — Interval=60 min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251960"/>
            <a:ext cx="6647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ทุกเทสเคสผ่านสมบูรณ์ — DEF-001, DEF-002, และ DEF-003 ได้รับการแก้ไขแล้วในเวอร์ชัน v1.2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ทะเบียนข้อบกพร่อง (Defect Register)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DEF-001 และ DEF-002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6647688" cy="4690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96112"/>
            <a:ext cx="91440" cy="469087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987552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DEF-001  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RESOLVED v1.2 — ArrCategories Count ไม่ถูกต้องสำหรับ Type=Day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" y="1298448"/>
            <a:ext cx="96012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298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645920" y="1298448"/>
            <a:ext cx="9144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1298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21792" y="1527048"/>
            <a:ext cx="6446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/GetDataMeterSum · /GetDataMultimeter · /GetDataMeterDetail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1792" y="1700784"/>
            <a:ext cx="6446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กรณีที่ได้รับผล: MS-F-01, MM-F-01, MD-F-01, RF-01, RF-02, RF-05, RF-08a, RF-08b (8 กรณี)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21792" y="1901952"/>
            <a:ext cx="64465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 Type=Day — API ส่งคืนจำนวน time-slot categories น้อยกว่าที่ Specification กำหนด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Interval=15 min : คาดหวัง 96 รายการ (24h × 4)  →  ได้รับจริง 93 รายการ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Interval=5 min  : คาดหวัง 288 รายการ (24h × 12) →  ได้รับจริง 277 รายการ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การแก้ไข (v1.2): ปรับ GenerateTimeCategories() ให้สร้าง full-day grid 24 ชั่วโมง โดยใช้ count = 1440 / interval — ตอนนี้ Interval=15 ได้ 96, Interval=5 ได้ 288, Interval=60 ได้ 24 ตามที่ Specification กำหนด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5678424"/>
            <a:ext cx="6647688" cy="4690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5678424"/>
            <a:ext cx="91440" cy="46908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769864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DEF-002  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RESOLVED v1.2 — Dictionary Keys ใช้ Numeric Index แทน DataSelect Values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6080760"/>
            <a:ext cx="96012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60807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High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645920" y="6080760"/>
            <a:ext cx="91440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6080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Critical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21792" y="6309360"/>
            <a:ext cx="6446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/GetDataMeterSum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1792" y="6483096"/>
            <a:ext cx="6446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กรณีที่ได้รับผล: MS-F-02, MS-F-03, MS-F-04, MS-F-05, RF-03 (5 กรณี)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21792" y="6684264"/>
            <a:ext cx="64465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สำหรับ Type=Week, Month, Year, Max10Year — key ใน ArrDataTarget และ ArrDataActual เป็น index ตัวเลข แทนที่จะเป็น DataSelect string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POST /GetDataMeterSum Type=Month DataSelect=["04","05","06"]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คาดหวัง key: "04", "05", "06"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ได้รับจริง: "0", "1", "2"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การแก้ไข (v1.2): เปลี่ยน arrDataTarget[r.ToString()] เป็น arrDataTarget[request.DataSelect[r]] สำหรับ Month/Year — และใช้ year string เป็น key สำหรับ Max10Year — ตอนนี้ key match กับ DataSelect input ที่ส่งมาทุก type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ทะเบียนข้อบกพร่อง (Defect Register)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DEF-003 และ DEF-004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896112"/>
            <a:ext cx="6647688" cy="4690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896112"/>
            <a:ext cx="91440" cy="469087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987552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DEF-003  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RESOLVED v1.2 — MeterLabelMap ID Field ไม่สามารถระบุได้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" y="1298448"/>
            <a:ext cx="96012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2984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645920" y="1298448"/>
            <a:ext cx="9144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1298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High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21792" y="1527048"/>
            <a:ext cx="6446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/GetDataMeterDetail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1792" y="1700784"/>
            <a:ext cx="6446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กรณีที่ได้รับผล: MD-F-01, MD-F-02, MD-F-03, MD-F-04, RF-05, RF-06, RF-07 (7 กรณี)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21792" y="1901952"/>
            <a:ext cx="64465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ทดสอบ lookup meter identifier จาก MeterLabelMap ด้วยชื่อ field: id, Id, Meter, meter — ไม่พบ field เหล่านี้ทั้งหมด ทำให้ lookup คืนค่า undefined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POST /GetDataMeterDetail Type=Month Meter=[1,2]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คาดหวัง: MeterLabelMap แต่ละรายการมี field id ที่ match กับ Meter ที่ร้องขอ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ได้รับจริง: ["undefined", "undefined"] — ไม่พบ field ชื่อดังกล่าว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การแก้ไข (v1.2): เปลี่ยน MeterLabelMap จาก List&lt;Dictionary&lt;string,string&gt;&gt; เป็น List&lt;MeterLabel&gt; — แต่ละ object มี field id และ label ตามที่ Specification กำหนด — เพิ่ม meterLabelMap.Add() ใน Week และ Max10Year case ที่ขาดด้วย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5678424"/>
            <a:ext cx="6647688" cy="4690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5678424"/>
            <a:ext cx="91440" cy="46908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769864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DEF-004  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RESOLVED v1.2 — HTTP 500 บน /GetDataMeterDetail ด้วย type=Max10Year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6080760"/>
            <a:ext cx="96012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60807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High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645920" y="6080760"/>
            <a:ext cx="91440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6080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Critical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21792" y="6309360"/>
            <a:ext cx="6446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/GetDataMeterDetail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1792" y="6483096"/>
            <a:ext cx="6446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กรณีที่ได้รับผล: MD-F-05 (1 กรณี)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21792" y="6684264"/>
            <a:ext cx="644652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เมื่อส่ง type=Max10Year ไปยัง /GetDataMeterDetail — Server ตอบกลับ HTTP 500 Internal Server Error โดยไม่มี response body นี่คือสภาวะ server crash สำหรับ input combination นี้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ขั้นตอนการทำซ้ำ: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POST /GetDataMeterDetail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Body: { "type": "Max10Year", "Meter": [1], "DataSelect": "2025|2016", "interval": 0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คาดหวัง: HTTP 200 พร้อม chart series response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ได้รับจริง: HTTP 500 Internal Server Error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การแก้ไข (v1.2): handle DataSelect format "year|year" โดย split + TryParse เพื่อหลีกเลี่ยง Int32.Parse FormatException — Multimeter normalize min/max year — ตอนนี้ Max10Year ตอบ HTTP 200 ทุกกรณี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ตารางสรุปผลการทดสอบ (Completion Matrix)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สถานะทุกเทสเคสที่รันในชุด Functional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23544"/>
          <a:ext cx="32689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868680"/>
                <a:gridCol w="16230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MS-F-05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MM-F-05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35908" y="923544"/>
          <a:ext cx="326898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868680"/>
                <a:gridCol w="16230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สถานะ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MD-F-05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RF-08a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RF-08b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RF-08c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946904"/>
            <a:ext cx="2142744" cy="347472"/>
          </a:xfrm>
          <a:prstGeom prst="rect">
            <a:avLst/>
          </a:prstGeom>
          <a:solidFill>
            <a:srgbClr val="DCFCE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946904"/>
            <a:ext cx="2142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  25 กรณี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09672" y="4946904"/>
            <a:ext cx="2142744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09672" y="4946904"/>
            <a:ext cx="2142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 0 กรณี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962144" y="4946904"/>
            <a:ext cx="2142744" cy="34747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62144" y="4946904"/>
            <a:ext cx="2142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  0 กรณี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943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647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ข้อเสนอแนะและขอบเขตที่เหลือ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647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Remaining Test Scope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10415016"/>
            <a:ext cx="7562088" cy="2743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15016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Tomas Tech Co., Ltd.  ·  PJ250104  ·  Unimicron (Thailand) Co., Ltd.  ·  28 เมษายน 2569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876288" y="10415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23544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ข้อเสนอแนะ (Recommendations)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79576"/>
          <a:ext cx="6647688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343400"/>
                <a:gridCol w="1481328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ลำดับ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ข้อเสนอแนะ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แก้ไข HTTP 500 บน /GetDataMeterDetail ด้วย type=Max10Year — เพิ่ม TryParse + Split("|") handle multi-year DataSelect format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แก้ไข Dictionary Key ใน ArrDataTarget/ArrDataActual ให้ใช้ DataSelect string เป็น key แทน array index (0,1,2)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เปลี่ยน MeterLabelMap response format เป็น [{id, label}] objects ตาม Specification — เพิ่ม MeterLabel class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ปรับ GenerateTimeCategories ให้สร้าง full-day grid ตาม interval (24h/interval slots) — Interval=15→96, =5→288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เพิ่ม input validation guards ทั้ง 3 controllers — required fields, type whitelist, range/format checks — กลุ่ม VR/VT/VO/VF/VM 17 cases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DEF-005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483864"/>
            <a:ext cx="6647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ขอบเขตการทดสอบที่เหลือ (Remaining Test Scope)</a:t>
            </a:r>
            <a:endParaRPr lang="en-US" sz="10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39896"/>
          <a:ext cx="664768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31520"/>
                <a:gridCol w="317296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ชุดทดสอบ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จำนวน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คำสั่ง / วิธีรัน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(VR, VT, VO, VF, VM)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TESTED v1.2 — 54/54 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Cross-Endpoint Consistency (CE-I)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TESTED v1.2 — 50/51 PASS (1 environmental)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Load (HTTP-L)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TESTED v1.2 — 1120/1120 PASS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Integration (DB-I)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— ต้องเข้าถึง DB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Failure Handling (ERR-I)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— ต้องหยุด SQL Server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WebSocket Functional + Load + Integration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2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Scope — ต้องต่อ PLC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รายงานผลการทดสอบ API — PJ250104</dc:title>
  <dc:subject>PptxGenJS Presentation</dc:subject>
  <dc:creator>Tomas Tech Co., Ltd.</dc:creator>
  <cp:lastModifiedBy>Tomas Tech Co., Ltd.</cp:lastModifiedBy>
  <cp:revision>1</cp:revision>
  <dcterms:created xsi:type="dcterms:W3CDTF">2026-05-05T06:21:31Z</dcterms:created>
  <dcterms:modified xsi:type="dcterms:W3CDTF">2026-05-05T06:21:31Z</dcterms:modified>
</cp:coreProperties>
</file>