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28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kkalar Sansiri" userId="145dff72-4b65-4c5d-b4d7-3b1dfdedd8b8" providerId="ADAL" clId="{EB6CF386-E4E5-457B-A1A1-0A77AF0D5A51}"/>
    <pc:docChg chg="undo custSel addSld modSld sldOrd modMainMaster">
      <pc:chgData name="Mekkalar Sansiri" userId="145dff72-4b65-4c5d-b4d7-3b1dfdedd8b8" providerId="ADAL" clId="{EB6CF386-E4E5-457B-A1A1-0A77AF0D5A51}" dt="2026-04-28T04:22:45.189" v="72" actId="13822"/>
      <pc:docMkLst>
        <pc:docMk/>
      </pc:docMkLst>
      <pc:sldChg chg="delSp modSp mod setBg">
        <pc:chgData name="Mekkalar Sansiri" userId="145dff72-4b65-4c5d-b4d7-3b1dfdedd8b8" providerId="ADAL" clId="{EB6CF386-E4E5-457B-A1A1-0A77AF0D5A51}" dt="2026-04-28T04:22:45.189" v="72" actId="13822"/>
        <pc:sldMkLst>
          <pc:docMk/>
          <pc:sldMk cId="0" sldId="256"/>
        </pc:sldMkLst>
        <pc:spChg chg="mod">
          <ac:chgData name="Mekkalar Sansiri" userId="145dff72-4b65-4c5d-b4d7-3b1dfdedd8b8" providerId="ADAL" clId="{EB6CF386-E4E5-457B-A1A1-0A77AF0D5A51}" dt="2026-04-28T04:22:38.303" v="7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2:36.455" v="69" actId="20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Mekkalar Sansiri" userId="145dff72-4b65-4c5d-b4d7-3b1dfdedd8b8" providerId="ADAL" clId="{EB6CF386-E4E5-457B-A1A1-0A77AF0D5A51}" dt="2026-04-28T04:20:29.690" v="34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0:27.319" v="3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2:34.941" v="68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2:05.481" v="66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19:47.210" v="17" actId="207"/>
          <ac:spMkLst>
            <pc:docMk/>
            <pc:sldMk cId="0" sldId="256"/>
            <ac:spMk id="8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19:50.754" v="18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2:45.189" v="72" actId="13822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19:55.242" v="19" actId="20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19:57.999" v="20" actId="20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0:00.854" v="21" actId="20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0:04.559" v="22" actId="20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0:07.191" v="23" actId="20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0:10.040" v="24" actId="20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ekkalar Sansiri" userId="145dff72-4b65-4c5d-b4d7-3b1dfdedd8b8" providerId="ADAL" clId="{EB6CF386-E4E5-457B-A1A1-0A77AF0D5A51}" dt="2026-04-28T04:22:41.062" v="71" actId="207"/>
          <ac:spMkLst>
            <pc:docMk/>
            <pc:sldMk cId="0" sldId="256"/>
            <ac:spMk id="17" creationId="{00000000-0000-0000-0000-000000000000}"/>
          </ac:spMkLst>
        </pc:spChg>
      </pc:sldChg>
      <pc:sldChg chg="modSp mod setBg">
        <pc:chgData name="Mekkalar Sansiri" userId="145dff72-4b65-4c5d-b4d7-3b1dfdedd8b8" providerId="ADAL" clId="{EB6CF386-E4E5-457B-A1A1-0A77AF0D5A51}" dt="2026-04-28T04:22:32.707" v="67" actId="207"/>
        <pc:sldMkLst>
          <pc:docMk/>
          <pc:sldMk cId="0" sldId="257"/>
        </pc:sldMkLst>
        <pc:spChg chg="mod">
          <ac:chgData name="Mekkalar Sansiri" userId="145dff72-4b65-4c5d-b4d7-3b1dfdedd8b8" providerId="ADAL" clId="{EB6CF386-E4E5-457B-A1A1-0A77AF0D5A51}" dt="2026-04-28T04:22:32.707" v="67" actId="207"/>
          <ac:spMkLst>
            <pc:docMk/>
            <pc:sldMk cId="0" sldId="257"/>
            <ac:spMk id="2" creationId="{00000000-0000-0000-0000-000000000000}"/>
          </ac:spMkLst>
        </pc:spChg>
      </pc:sldChg>
      <pc:sldChg chg="setBg">
        <pc:chgData name="Mekkalar Sansiri" userId="145dff72-4b65-4c5d-b4d7-3b1dfdedd8b8" providerId="ADAL" clId="{EB6CF386-E4E5-457B-A1A1-0A77AF0D5A51}" dt="2026-04-28T04:19:02.232" v="4"/>
        <pc:sldMkLst>
          <pc:docMk/>
          <pc:sldMk cId="0" sldId="258"/>
        </pc:sldMkLst>
      </pc:sldChg>
      <pc:sldChg chg="setBg">
        <pc:chgData name="Mekkalar Sansiri" userId="145dff72-4b65-4c5d-b4d7-3b1dfdedd8b8" providerId="ADAL" clId="{EB6CF386-E4E5-457B-A1A1-0A77AF0D5A51}" dt="2026-04-28T04:19:02.232" v="4"/>
        <pc:sldMkLst>
          <pc:docMk/>
          <pc:sldMk cId="0" sldId="259"/>
        </pc:sldMkLst>
      </pc:sldChg>
      <pc:sldChg chg="setBg">
        <pc:chgData name="Mekkalar Sansiri" userId="145dff72-4b65-4c5d-b4d7-3b1dfdedd8b8" providerId="ADAL" clId="{EB6CF386-E4E5-457B-A1A1-0A77AF0D5A51}" dt="2026-04-28T04:19:02.232" v="4"/>
        <pc:sldMkLst>
          <pc:docMk/>
          <pc:sldMk cId="0" sldId="260"/>
        </pc:sldMkLst>
      </pc:sldChg>
      <pc:sldChg chg="setBg">
        <pc:chgData name="Mekkalar Sansiri" userId="145dff72-4b65-4c5d-b4d7-3b1dfdedd8b8" providerId="ADAL" clId="{EB6CF386-E4E5-457B-A1A1-0A77AF0D5A51}" dt="2026-04-28T04:19:02.232" v="4"/>
        <pc:sldMkLst>
          <pc:docMk/>
          <pc:sldMk cId="0" sldId="261"/>
        </pc:sldMkLst>
      </pc:sldChg>
      <pc:sldChg chg="setBg">
        <pc:chgData name="Mekkalar Sansiri" userId="145dff72-4b65-4c5d-b4d7-3b1dfdedd8b8" providerId="ADAL" clId="{EB6CF386-E4E5-457B-A1A1-0A77AF0D5A51}" dt="2026-04-28T04:19:02.232" v="4"/>
        <pc:sldMkLst>
          <pc:docMk/>
          <pc:sldMk cId="0" sldId="262"/>
        </pc:sldMkLst>
      </pc:sldChg>
      <pc:sldChg chg="setBg">
        <pc:chgData name="Mekkalar Sansiri" userId="145dff72-4b65-4c5d-b4d7-3b1dfdedd8b8" providerId="ADAL" clId="{EB6CF386-E4E5-457B-A1A1-0A77AF0D5A51}" dt="2026-04-28T04:19:02.232" v="4"/>
        <pc:sldMkLst>
          <pc:docMk/>
          <pc:sldMk cId="0" sldId="263"/>
        </pc:sldMkLst>
      </pc:sldChg>
      <pc:sldChg chg="setBg">
        <pc:chgData name="Mekkalar Sansiri" userId="145dff72-4b65-4c5d-b4d7-3b1dfdedd8b8" providerId="ADAL" clId="{EB6CF386-E4E5-457B-A1A1-0A77AF0D5A51}" dt="2026-04-28T04:19:02.232" v="4"/>
        <pc:sldMkLst>
          <pc:docMk/>
          <pc:sldMk cId="0" sldId="264"/>
        </pc:sldMkLst>
      </pc:sldChg>
      <pc:sldChg chg="setBg">
        <pc:chgData name="Mekkalar Sansiri" userId="145dff72-4b65-4c5d-b4d7-3b1dfdedd8b8" providerId="ADAL" clId="{EB6CF386-E4E5-457B-A1A1-0A77AF0D5A51}" dt="2026-04-28T04:19:02.232" v="4"/>
        <pc:sldMkLst>
          <pc:docMk/>
          <pc:sldMk cId="0" sldId="265"/>
        </pc:sldMkLst>
      </pc:sldChg>
      <pc:sldChg chg="setBg">
        <pc:chgData name="Mekkalar Sansiri" userId="145dff72-4b65-4c5d-b4d7-3b1dfdedd8b8" providerId="ADAL" clId="{EB6CF386-E4E5-457B-A1A1-0A77AF0D5A51}" dt="2026-04-28T04:19:02.232" v="4"/>
        <pc:sldMkLst>
          <pc:docMk/>
          <pc:sldMk cId="0" sldId="266"/>
        </pc:sldMkLst>
      </pc:sldChg>
      <pc:sldChg chg="add ord">
        <pc:chgData name="Mekkalar Sansiri" userId="145dff72-4b65-4c5d-b4d7-3b1dfdedd8b8" providerId="ADAL" clId="{EB6CF386-E4E5-457B-A1A1-0A77AF0D5A51}" dt="2026-04-28T04:21:23.206" v="40"/>
        <pc:sldMkLst>
          <pc:docMk/>
          <pc:sldMk cId="1279534721" sldId="271"/>
        </pc:sldMkLst>
      </pc:sldChg>
      <pc:sldMasterChg chg="setBg modSldLayout">
        <pc:chgData name="Mekkalar Sansiri" userId="145dff72-4b65-4c5d-b4d7-3b1dfdedd8b8" providerId="ADAL" clId="{EB6CF386-E4E5-457B-A1A1-0A77AF0D5A51}" dt="2026-04-28T04:19:02.232" v="4"/>
        <pc:sldMasterMkLst>
          <pc:docMk/>
          <pc:sldMasterMk cId="0" sldId="2147483648"/>
        </pc:sldMasterMkLst>
        <pc:sldLayoutChg chg="setBg">
          <pc:chgData name="Mekkalar Sansiri" userId="145dff72-4b65-4c5d-b4d7-3b1dfdedd8b8" providerId="ADAL" clId="{EB6CF386-E4E5-457B-A1A1-0A77AF0D5A51}" dt="2026-04-28T04:19:02.232" v="4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21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749276"/>
            <a:ext cx="6428423" cy="3721230"/>
          </a:xfrm>
        </p:spPr>
        <p:txBody>
          <a:bodyPr anchor="b"/>
          <a:lstStyle>
            <a:lvl1pPr algn="ctr">
              <a:defRPr sz="458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614011"/>
            <a:ext cx="5672138" cy="2580612"/>
          </a:xfrm>
        </p:spPr>
        <p:txBody>
          <a:bodyPr/>
          <a:lstStyle>
            <a:lvl1pPr marL="0" indent="0" algn="ctr">
              <a:buNone/>
              <a:defRPr sz="1833"/>
            </a:lvl1pPr>
            <a:lvl2pPr marL="349070" indent="0" algn="ctr">
              <a:buNone/>
              <a:defRPr sz="1527"/>
            </a:lvl2pPr>
            <a:lvl3pPr marL="698141" indent="0" algn="ctr">
              <a:buNone/>
              <a:defRPr sz="1374"/>
            </a:lvl3pPr>
            <a:lvl4pPr marL="1047211" indent="0" algn="ctr">
              <a:buNone/>
              <a:defRPr sz="1222"/>
            </a:lvl4pPr>
            <a:lvl5pPr marL="1396282" indent="0" algn="ctr">
              <a:buNone/>
              <a:defRPr sz="1222"/>
            </a:lvl5pPr>
            <a:lvl6pPr marL="1745352" indent="0" algn="ctr">
              <a:buNone/>
              <a:defRPr sz="1222"/>
            </a:lvl6pPr>
            <a:lvl7pPr marL="2094422" indent="0" algn="ctr">
              <a:buNone/>
              <a:defRPr sz="1222"/>
            </a:lvl7pPr>
            <a:lvl8pPr marL="2443493" indent="0" algn="ctr">
              <a:buNone/>
              <a:defRPr sz="1222"/>
            </a:lvl8pPr>
            <a:lvl9pPr marL="2792563" indent="0" algn="ctr">
              <a:buNone/>
              <a:defRPr sz="1222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1420-B83C-4C58-A0EC-1A3071E587E2}" type="datetime1">
              <a:rPr kumimoji="1" lang="ja-JP" altLang="en-US" smtClean="0"/>
              <a:pPr/>
              <a:t>2026/4/28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A90D-F275-432F-8053-456A4E092F4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59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drawingObject2">
            <a:extLst>
              <a:ext uri="{FF2B5EF4-FFF2-40B4-BE49-F238E27FC236}">
                <a16:creationId xmlns:a16="http://schemas.microsoft.com/office/drawing/2014/main" id="{E8D9608A-6B4B-4561-B61C-C74C30FB5185}"/>
              </a:ext>
            </a:extLst>
          </p:cNvPr>
          <p:cNvGrpSpPr>
            <a:grpSpLocks/>
          </p:cNvGrpSpPr>
          <p:nvPr/>
        </p:nvGrpSpPr>
        <p:grpSpPr bwMode="auto">
          <a:xfrm>
            <a:off x="704574" y="4056050"/>
            <a:ext cx="6153704" cy="2577108"/>
            <a:chOff x="0" y="0"/>
            <a:chExt cx="60452" cy="14719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A6BEF9C-6AE2-4714-89C9-41C77A60F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1782"/>
              <a:ext cx="57092" cy="6"/>
            </a:xfrm>
            <a:custGeom>
              <a:avLst/>
              <a:gdLst>
                <a:gd name="T0" fmla="*/ 0 w 5709284"/>
                <a:gd name="T1" fmla="*/ 0 h 635"/>
                <a:gd name="T2" fmla="*/ 5709284 w 5709284"/>
                <a:gd name="T3" fmla="*/ 635 h 635"/>
                <a:gd name="T4" fmla="*/ 0 w 5709284"/>
                <a:gd name="T5" fmla="*/ 0 h 635"/>
                <a:gd name="T6" fmla="*/ 5709284 w 5709284"/>
                <a:gd name="T7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T4" t="T5" r="T6" b="T7"/>
              <a:pathLst>
                <a:path w="5709284" h="635">
                  <a:moveTo>
                    <a:pt x="0" y="0"/>
                  </a:moveTo>
                  <a:lnTo>
                    <a:pt x="5709284" y="63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3081" tIns="46541" rIns="93081" bIns="46541" anchor="t" anchorCtr="0" upright="1">
              <a:noAutofit/>
            </a:bodyPr>
            <a:lstStyle/>
            <a:p>
              <a:endParaRPr lang="ja-JP" altLang="en-US" sz="1833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2CDC2C1D-88BF-4C3A-95C8-8992DD55D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" y="0"/>
              <a:ext cx="4255" cy="14719"/>
            </a:xfrm>
            <a:custGeom>
              <a:avLst/>
              <a:gdLst>
                <a:gd name="T0" fmla="*/ 0 w 425451"/>
                <a:gd name="T1" fmla="*/ 0 h 1471930"/>
                <a:gd name="T2" fmla="*/ 0 w 425451"/>
                <a:gd name="T3" fmla="*/ 1471930 h 1471930"/>
                <a:gd name="T4" fmla="*/ 425451 w 425451"/>
                <a:gd name="T5" fmla="*/ 1471930 h 1471930"/>
                <a:gd name="T6" fmla="*/ 425451 w 425451"/>
                <a:gd name="T7" fmla="*/ 0 h 1471930"/>
                <a:gd name="T8" fmla="*/ 0 w 425451"/>
                <a:gd name="T9" fmla="*/ 0 h 1471930"/>
                <a:gd name="T10" fmla="*/ 0 w 425451"/>
                <a:gd name="T11" fmla="*/ 0 h 1471930"/>
                <a:gd name="T12" fmla="*/ 425451 w 425451"/>
                <a:gd name="T13" fmla="*/ 1471930 h 1471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425451" h="1471930">
                  <a:moveTo>
                    <a:pt x="0" y="0"/>
                  </a:moveTo>
                  <a:lnTo>
                    <a:pt x="0" y="1471930"/>
                  </a:lnTo>
                  <a:lnTo>
                    <a:pt x="425451" y="1471930"/>
                  </a:lnTo>
                  <a:lnTo>
                    <a:pt x="425451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3081" tIns="46541" rIns="93081" bIns="46541" anchor="t" anchorCtr="0" upright="1">
              <a:noAutofit/>
            </a:bodyPr>
            <a:lstStyle/>
            <a:p>
              <a:endParaRPr lang="ja-JP" altLang="en-US" sz="1833"/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ECEFA4-271F-4CD8-A6FE-097AC17AA450}"/>
              </a:ext>
            </a:extLst>
          </p:cNvPr>
          <p:cNvSpPr txBox="1"/>
          <p:nvPr/>
        </p:nvSpPr>
        <p:spPr>
          <a:xfrm>
            <a:off x="1664605" y="4127139"/>
            <a:ext cx="4760534" cy="20980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GB" altLang="ja-JP" sz="1833" b="1" dirty="0"/>
              <a:t>Flow meter Visualization API </a:t>
            </a:r>
          </a:p>
          <a:p>
            <a:pPr algn="r"/>
            <a:r>
              <a:rPr kumimoji="1" lang="en-GB" altLang="ja-JP" sz="1833" b="1" dirty="0"/>
              <a:t>Documentation EN Test Scenario for Unimicron</a:t>
            </a:r>
            <a:endParaRPr kumimoji="1" lang="en-US" altLang="ja-JP" sz="2036" b="1" dirty="0"/>
          </a:p>
          <a:p>
            <a:pPr algn="r"/>
            <a:endParaRPr kumimoji="1" lang="en-US" altLang="ja-JP" sz="2036" dirty="0"/>
          </a:p>
          <a:p>
            <a:pPr algn="r"/>
            <a:endParaRPr kumimoji="1" lang="en-US" altLang="ja-JP" sz="1833" dirty="0"/>
          </a:p>
          <a:p>
            <a:pPr algn="r"/>
            <a:r>
              <a:rPr kumimoji="1" lang="en-US" altLang="ja-JP" sz="1833" dirty="0"/>
              <a:t>Made for: </a:t>
            </a:r>
            <a:r>
              <a:rPr kumimoji="1" lang="it-IT" altLang="ja-JP" sz="1833" dirty="0"/>
              <a:t>Unimicron </a:t>
            </a:r>
            <a:r>
              <a:rPr kumimoji="1" lang="en-US" altLang="ja-JP" sz="1833" dirty="0"/>
              <a:t>(Thailand)</a:t>
            </a:r>
            <a:r>
              <a:rPr kumimoji="1" lang="it-IT" altLang="ja-JP" sz="1833" dirty="0"/>
              <a:t> Co., Ltd</a:t>
            </a:r>
            <a:r>
              <a:rPr kumimoji="1" lang="en-US" altLang="ja-JP" sz="1833" dirty="0"/>
              <a:t>.</a:t>
            </a:r>
          </a:p>
          <a:p>
            <a:pPr algn="r"/>
            <a:r>
              <a:rPr kumimoji="1" lang="en-US" altLang="ja-JP" sz="1833" dirty="0"/>
              <a:t>By: TOMAS TECH CO.,LTD.</a:t>
            </a:r>
          </a:p>
          <a:p>
            <a:pPr algn="r"/>
            <a:endParaRPr kumimoji="1" lang="ja-JP" altLang="en-US" sz="1833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600D60E-DEF8-4FC2-9AF6-F632CD65EC1B}"/>
              </a:ext>
            </a:extLst>
          </p:cNvPr>
          <p:cNvSpPr/>
          <p:nvPr/>
        </p:nvSpPr>
        <p:spPr>
          <a:xfrm>
            <a:off x="704575" y="790529"/>
            <a:ext cx="1572038" cy="498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19" dirty="0">
                <a:solidFill>
                  <a:srgbClr val="FF0000"/>
                </a:solidFill>
              </a:rPr>
              <a:t>Version 26/Apr/2026</a:t>
            </a:r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5B4DA840-04A4-4B68-85C0-2E5D055F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EA90D-F275-432F-8053-456A4E092F4A}" type="slidenum">
              <a:rPr kumimoji="1" lang="ja-JP" altLang="en-US" smtClean="0">
                <a:solidFill>
                  <a:schemeClr val="bg1"/>
                </a:solidFill>
              </a:rPr>
              <a:pPr/>
              <a:t>1</a:t>
            </a:fld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010B2CE-2E6A-4AD5-BE49-4FB62FDB8834}"/>
              </a:ext>
            </a:extLst>
          </p:cNvPr>
          <p:cNvSpPr/>
          <p:nvPr/>
        </p:nvSpPr>
        <p:spPr>
          <a:xfrm>
            <a:off x="5286239" y="790529"/>
            <a:ext cx="1572038" cy="498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19" dirty="0">
                <a:solidFill>
                  <a:srgbClr val="FF0000"/>
                </a:solidFill>
              </a:rPr>
              <a:t>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200061-8FE8-C265-9475-582E6F447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22" y="7195646"/>
            <a:ext cx="5991355" cy="189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3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1A2E5A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1A2E5A"/>
          </a:solidFill>
          <a:ln w="12700">
            <a:noFill/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86684" y="1645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300097" y="1040130"/>
            <a:ext cx="2962656" cy="1540764"/>
          </a:xfrm>
          <a:prstGeom prst="rect">
            <a:avLst/>
          </a:prstGeom>
          <a:solidFill>
            <a:srgbClr val="1A2E5A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1344" y="932688"/>
            <a:ext cx="29626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kumimoji="1" lang="en-GB" altLang="ja-JP" b="1" dirty="0">
                <a:solidFill>
                  <a:schemeClr val="bg1"/>
                </a:solidFill>
              </a:rPr>
              <a:t>Flow meter Visualization API </a:t>
            </a:r>
          </a:p>
        </p:txBody>
      </p:sp>
      <p:sp>
        <p:nvSpPr>
          <p:cNvPr id="8" name="Text 6"/>
          <p:cNvSpPr/>
          <p:nvPr/>
        </p:nvSpPr>
        <p:spPr>
          <a:xfrm>
            <a:off x="274320" y="3657600"/>
            <a:ext cx="7013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รายงานผลการทดสอบ API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4480560"/>
            <a:ext cx="7013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Flow meter Visualization API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5074920"/>
            <a:ext cx="6647688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Text 9"/>
          <p:cNvSpPr/>
          <p:nvPr/>
        </p:nvSpPr>
        <p:spPr>
          <a:xfrm>
            <a:off x="1005840" y="5257800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โครงการ:  </a:t>
            </a:r>
            <a:r>
              <a:rPr lang="en-US" sz="1050" b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PJ250104</a:t>
            </a:r>
            <a:endParaRPr 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5559552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ลูกค้า:  </a:t>
            </a:r>
            <a:r>
              <a:rPr lang="en-US" sz="1050" b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Unimicron (Thailand) Co., Ltd.</a:t>
            </a:r>
            <a:endParaRPr 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5861304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จัดทำโดย:  </a:t>
            </a:r>
            <a:r>
              <a:rPr lang="en-US" sz="1050" b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</a:t>
            </a:r>
            <a:endParaRPr 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6163056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วันที่รายงาน:  </a:t>
            </a:r>
            <a:r>
              <a:rPr lang="en-US" sz="1050" b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เมษายน 2569</a:t>
            </a:r>
            <a:endParaRPr 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5840" y="6464808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ชุดทดสอบ:  </a:t>
            </a:r>
            <a:r>
              <a:rPr lang="en-US" sz="1050" b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MS-F · MM-F · MD-F · RF</a:t>
            </a:r>
            <a:endParaRPr 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6766560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เวอร์ชันเอกสาร:  </a:t>
            </a:r>
            <a:r>
              <a:rPr lang="en-US" sz="1050" b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10369296"/>
            <a:ext cx="7562088" cy="320040"/>
          </a:xfrm>
          <a:prstGeom prst="rect">
            <a:avLst/>
          </a:prstGeom>
          <a:solidFill>
            <a:srgbClr val="1A2E5A"/>
          </a:solidFill>
          <a:ln w="12700">
            <a:noFill/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10369296"/>
            <a:ext cx="7562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ลับเฉพาะ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สรุปผลการทดสอบ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Suite — รันเมื่อ 28 เมษายน 2569 เวลา 02:07 UTC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923544"/>
            <a:ext cx="6647688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923544"/>
            <a:ext cx="6428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สถานะโดยรวม: FAIL  —  พบ 4 ประเภทข้อบกพร่อง ใน 22 assertion ที่ล้มเหลว จากทั้งหมด 204 assertions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72184"/>
            <a:ext cx="2142744" cy="987552"/>
          </a:xfrm>
          <a:prstGeom prst="rect">
            <a:avLst/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6362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ที่รัน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09672" y="1472184"/>
            <a:ext cx="2142744" cy="987552"/>
          </a:xfrm>
          <a:prstGeom prst="rect">
            <a:avLst/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09672" y="156362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709672" y="205740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09672" y="223113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ทั้งหมด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62144" y="1472184"/>
            <a:ext cx="2142744" cy="987552"/>
          </a:xfrm>
          <a:prstGeom prst="rect">
            <a:avLst/>
          </a:prstGeom>
          <a:solidFill>
            <a:srgbClr val="DCFCE7"/>
          </a:solidFill>
          <a:ln w="9525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62144" y="156362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962144" y="205740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62144" y="223113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ผ่าน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569464"/>
            <a:ext cx="2142744" cy="987552"/>
          </a:xfrm>
          <a:prstGeom prst="rect">
            <a:avLst/>
          </a:prstGeom>
          <a:solidFill>
            <a:srgbClr val="FEE2E2"/>
          </a:solidFill>
          <a:ln w="9525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66090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32841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ล้มเหลว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09672" y="2569464"/>
            <a:ext cx="2142744" cy="987552"/>
          </a:xfrm>
          <a:prstGeom prst="rect">
            <a:avLst/>
          </a:prstGeom>
          <a:solidFill>
            <a:srgbClr val="DCFCE7"/>
          </a:solidFill>
          <a:ln w="9525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09672" y="266090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2709672" y="315468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 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09672" y="332841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เทสเคสผ่านทั้งหมด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62144" y="2569464"/>
            <a:ext cx="2142744" cy="987552"/>
          </a:xfrm>
          <a:prstGeom prst="rect">
            <a:avLst/>
          </a:prstGeom>
          <a:solidFill>
            <a:srgbClr val="FEE2E2"/>
          </a:solidFill>
          <a:ln w="9525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62144" y="266090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962144" y="315468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62144" y="332841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500 Error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75818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ผลสรุปแยกตามกลุ่มทดสอบ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14216"/>
          <a:ext cx="6647688" cy="17068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กลุ่มทดสอบ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เทสเคส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บางส่วน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 — GetDataMeterSum Functional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 — GetDataMultimeter Functional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 — GetDataMeterDetail Functional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— Response Structure &amp; Integrity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รวมทั้งหมด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สภาพแวดล้อมการทดสอบ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41832"/>
          <a:ext cx="6647688" cy="39684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รายการ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ค่า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Base URL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http://localhost:5000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URL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ws://localhost:9001/ws/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ID ที่ทดสอบ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1, 2, 3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ID ที่ไม่มีในระบบ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9999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เดือนทดสอบ (Month)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06 — มิถุนายน 2025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ปีทดสอบ (Year)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ช่วงสัปดาห์ (Week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2025-06-02 || 2025-06-08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ช่วงสัปดาห์ (Week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2025-06-09 || 2025-06-15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เครื่องมืออัตโนมัติ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Newman 6.2.1 + newman-reporter-htmlextra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Collection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unimicron-api.postman_collection.json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postman-environment.json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วันที่รันทดสอบ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 เมษายน 2569 เวลา 02:07 UTC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ผู้ทดสอบ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Tomas Tech Co., Ltd.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POST /GetDataMeterSum — Functional (MS-F)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— Type: Day, Week, Month, Year, Max10Year  |  ผลกลุ่ม: 0 / 5 เทสเคสผ่าน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ผลการทดสอบ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170688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9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รายละเอียด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comparison by selected 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comparison by selected week ranges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comparison by selected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comparison by selected years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Max10Year comparison across ten years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88036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กลุ่มนี้มีข้อบกพร่องในทุก 5 เทสเคส: DEF-001 (Day category count) และ DEF-002 (dictionary key format)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3136392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ที่ล้มเหลว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92424"/>
          <a:ext cx="6647688" cy="164592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คาดหวัง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ที่ได้รับจริง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ArrCategories length (Interval=15)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 key format (Week)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'2025-06-02||2025-06-08'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'0', '1'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 key format (Month)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'04', '05', '06'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'0', '1', '2'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 key format (Year)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'2023', '2024', '2025'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'0', '1', '2'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 key format (Max10Year)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'2016' ... '2025'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'0' ... '9'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 /GetDataMultimeter — Functional (MM-F)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— Type: Day, Week, Month, Year, Max10Year  |  ผลกลุ่ม: 4 / 5 เทสเคสผ่าน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ผลการทดสอบ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170688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9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รายละเอียด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Max10Year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88036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กลุ่มนี้ผ่านส่วนใหญ่ — ล้มเหลวเฉพาะ MM-F-01 เนื่องจาก DEF-001 (Day category count)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3136392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ที่ล้มเหลว</a:t>
            </a:r>
            <a:endParaRPr lang="en-US" sz="10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92424"/>
          <a:ext cx="6647688" cy="54864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คาดหวัง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ที่ได้รับจริง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ArrCategories length (Interval=15)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POST /GetDataMeterDetail — Functional (MD-F)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— Type: Day, Week, Month, Year, Max10Year  |  ผลกลุ่ม: 0 / 5 เทสเคสผ่าน — พบ HTTP 500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ผลการทดสอบ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170688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9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รายละเอียด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Max10Year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88036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กลุ่มนี้มีปัญหาหนักที่สุด: DEF-003 ทุกเทสเคส (MeterLabelMap field ไม่พบ) และ DEF-004 ทำให้ MD-F-05 ล้มเหลวสมบูรณ์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3136392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ที่ล้มเหลว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92424"/>
          <a:ext cx="6647688" cy="192024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คาดหวัง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ที่ได้รับจริง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MeterLabelMap — ID field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'1' in map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['undefined','undefined']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ArrCategories length (Int=15)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MeterLabelMap — ID field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'1' in map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 (empty)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MeterLabelMap — ID field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'1' in map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['undefined']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MeterLabelMap — ID field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'1' in map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['undefined','undefined']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status ต้องเป็น 2xx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 200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 500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Response Structure &amp; Field Integrity (RF)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ตรวจสอบโครงสร้าง Response และความถูกต้องของ Field  |  ผลกลุ่ม: 2 / 10 เทสเคสผ่าน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ผลการทดสอบ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307848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9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รายละเอียด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Day keys เป็น time string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Multimeter Day keys เป็น meter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max values ครอบคลุม Month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Multimeter max values ครอบคลุม Month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MeterDetail ChartSeries object structure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MeterDetail MeterLabelMap selected IDs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MeterDetail ArrStrokeChart length consistency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Day categories — Interval=5 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Day categories — Interval=15 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Day categories — Interval=60 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25196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ผ่านเฉพาะ RF-04 และ RF-08c — ที่เหลือล้มเหลวจาก DEF-001 หรือ DEF-002/003 รวมกัน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4507992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ที่ล้มเหลว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64024"/>
          <a:ext cx="6647688" cy="274320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คาดหวัง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ที่ได้รับจริง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ArrCategories length (Int=15)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ArrCategories length (Int=15)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 key (Month)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'06'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'0'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MeterLabelMap — ID field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'1' in map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['undefined','undefined']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ArrCategories length (Int=15)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MeterLabelMap — ID field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'1' in map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['undefined','undefined']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MeterLabelMap — ID field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 '1' in map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['undefined','undefined']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ArrCategories length (Int=5)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288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277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ArrCategories length (Int=15)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 entries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ทะเบียนข้อบกพร่อง (Defect Register)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DEF-001 และ DEF-002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6647688" cy="4690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96112"/>
            <a:ext cx="91440" cy="46908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98755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DEF-001  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ArrCategories Count ไม่ถูกต้องสำหรับ Type=Day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1298448"/>
            <a:ext cx="96012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298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45920" y="1298448"/>
            <a:ext cx="9144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21792" y="1527048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/GetDataMeterSum · /GetDataMultimeter · /GetDataMeterDetail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1792" y="1700784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กรณีที่ได้รับผล: MS-F-01, MM-F-01, MD-F-01, RF-01, RF-02, RF-05, RF-08a, RF-08b (8 กรณี)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1792" y="1901952"/>
            <a:ext cx="64465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Type=Day — API ส่งคืนจำนวน time-slot categories น้อยกว่าที่ Specification กำหนด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Interval=15 min : คาดหวัง 96 รายการ (24h × 4)  →  ได้รับจริง 93 รายการ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Interval=5 min  : คาดหวัง 288 รายการ (24h × 12) →  ได้รับจริง 277 รายการ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สาเหตุที่คาดการณ์: Server สร้าง categories เฉพาะ time-slot ที่มีข้อมูลบันทึก หรืออาจยกเว้น boundary time-slot บางรายการ ต้องชี้แจงกับ Developer ว่า specification กำหนด full-day grid หรือ data-driven grid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5678424"/>
            <a:ext cx="6647688" cy="4690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5678424"/>
            <a:ext cx="91440" cy="46908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769864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DEF-002  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Keys ใช้ Numeric Index แทน DataSelect Values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6080760"/>
            <a:ext cx="96012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60807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645920" y="6080760"/>
            <a:ext cx="9144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6080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1792" y="6309360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/GetDataMeterSum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1792" y="6483096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กรณีที่ได้รับผล: MS-F-02, MS-F-03, MS-F-04, MS-F-05, RF-03 (5 กรณี)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1792" y="6684264"/>
            <a:ext cx="64465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Type=Week, Month, Year, Max10Year — key ใน ArrDataTarget และ ArrDataActual เป็น index ตัวเลข แทนที่จะเป็น DataSelect string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POST /GetDataMeterSum Type=Month DataSelect=["04","05","06"]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คาดหวัง key: "04", "05", "06"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ได้รับจริง: "0", "1", "2"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ผลกระทบ: Client-side ไม่สามารถ map ข้อมูล chart series กับ label ที่ถูกต้องได้ ทำให้ข้อมูลที่แสดงผลบนกราฟอาจสับสน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สาเหตุที่คาดการณ์: API serialize response dictionary เป็น ordered array และใช้ sequential integer key แทนการรักษา DataSelect string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ทะเบียนข้อบกพร่อง (Defect Register)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DEF-003 และ DEF-004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6647688" cy="4690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96112"/>
            <a:ext cx="91440" cy="46908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98755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DEF-003  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MeterLabelMap ID Field ไม่สามารถระบุได้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1298448"/>
            <a:ext cx="96012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298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45920" y="1298448"/>
            <a:ext cx="9144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21792" y="1527048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/GetDataMeterDetail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1792" y="1700784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กรณีที่ได้รับผล: MD-F-01, MD-F-02, MD-F-03, MD-F-04, RF-05, RF-06, RF-07 (7 กรณี)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1792" y="1901952"/>
            <a:ext cx="64465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ทดสอบ lookup meter identifier จาก MeterLabelMap ด้วยชื่อ field: id, Id, Meter, meter — ไม่พบ field เหล่านี้ทั้งหมด ทำให้ lookup คืนค่า undefined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POST /GetDataMeterDetail Type=Month Meter=[1,2]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คาดหวัง: MeterLabelMap แต่ละรายการมี field id ที่ match กับ Meter ที่ร้องขอ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ได้รับจริง: ["undefined", "undefined"] — ไม่พบ field ชื่อดังกล่าว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ขั้นตอนถัดไป: ยืนยันชื่อ field จริงจาก Developer (เช่น MeterId, SensorId, meterID) แล้วอัปเดต test assertion ให้ตรงกัน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5678424"/>
            <a:ext cx="6647688" cy="4690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5678424"/>
            <a:ext cx="91440" cy="46908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769864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DEF-004  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500 Internal Server Error บน /GetDataMeterDetail ด้วย type=Max10Year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6080760"/>
            <a:ext cx="96012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60807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645920" y="6080760"/>
            <a:ext cx="9144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6080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1792" y="6309360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/GetDataMeterDetail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1792" y="6483096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กรณีที่ได้รับผล: MD-F-05 (1 กรณี)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1792" y="6684264"/>
            <a:ext cx="64465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เมื่อส่ง type=Max10Year ไปยัง /GetDataMeterDetail — Server ตอบกลับ HTTP 500 Internal Server Error โดยไม่มี response body นี่คือสภาวะ server crash สำหรับ input combination นี้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ขั้นตอนการทำซ้ำ: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 /GetDataMeterDetail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Body: { "type": "Max10Year", "Meter": [1], "DataSelect": "2025|2016", "interval": 0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คาดหวัง: HTTP 200 พร้อม chart series response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ได้รับจริง: HTTP 500 Internal Server Error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สาเหตุที่คาดการณ์: type=Max10Year อาจยังไม่ได้ implement ใน MeterDetail handler หรือ trigger unhandled exception — ต้องแก้ไขฝั่ง Server ก่อน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ตารางสรุปผลการทดสอบ (Completion Matrix)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สถานะทุกเทสเคสที่รันในชุด Functional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23544"/>
          <a:ext cx="3268980" cy="38404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DEF-001, DEF-003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35908" y="923544"/>
          <a:ext cx="3268980" cy="35661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DEF-001, DEF-003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946904"/>
            <a:ext cx="2142744" cy="347472"/>
          </a:xfrm>
          <a:prstGeom prst="rect">
            <a:avLst/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457200" y="4946904"/>
            <a:ext cx="2142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 6 กรณี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09672" y="4946904"/>
            <a:ext cx="2142744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09672" y="4946904"/>
            <a:ext cx="2142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18 กรณี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62144" y="4946904"/>
            <a:ext cx="2142744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62144" y="4946904"/>
            <a:ext cx="2142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  1 กรณี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ข้อเสนอแนะและขอบเขตที่เหลือ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Remaining Test Scope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ข้อเสนอแนะ (Recommendations)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16916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ลำดับ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ข้อเสนอแนะ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ตรวจสอบและแก้ไข HTTP 500 บน POST /GetDataMeterDetail ด้วย type=Max10Year ให้คืนค่า HTTP 200 พร้อม chart series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แก้ไข Dictionary Key ใน ArrDataTarget/ArrDataActual ให้ใช้ DataSelect values จริง ไม่ใช่ array index (0,1,2)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ยืนยันชื่อ field ของ meter identifier ใน MeterLabelMap จาก Developer แล้วอัปเดต test assertion ให้ตรงกัน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ชี้แจงว่า ArrCategories ต้องเป็น full-day grid หรือ data-driven แล้วแก้ไข spec หรือ API ให้ตรงกัน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145536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ขอบเขตการทดสอบที่เหลือ (Remaining Test Scope)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01568"/>
          <a:ext cx="6647688" cy="204825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2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ชุดทดสอบ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จำนวน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คำสั่ง / วิธีรัน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(VR, VT, VO, VF, VM)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test:validation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Cross-Endpoint Consistency (CE-I)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test:cross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Load (HTTP-L)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test:http-load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Integration (DB-I)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— ต้องเข้าถึง DB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Failure Handling (ERR-I)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— ต้องหยุด SQL Server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Functional + Load + Integration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helper required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2279</Words>
  <Application>Microsoft Office PowerPoint</Application>
  <PresentationFormat>Custom</PresentationFormat>
  <Paragraphs>613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รายงานผลการทดสอบ API — PJ250104</dc:title>
  <dc:subject>PptxGenJS Presentation</dc:subject>
  <dc:creator>Tomas Tech Co., Ltd.</dc:creator>
  <cp:lastModifiedBy>Mekkalar Sansiri</cp:lastModifiedBy>
  <cp:revision>1</cp:revision>
  <dcterms:created xsi:type="dcterms:W3CDTF">2026-04-28T04:10:38Z</dcterms:created>
  <dcterms:modified xsi:type="dcterms:W3CDTF">2026-04-28T04:36:27Z</dcterms:modified>
</cp:coreProperties>
</file>