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6858000" cy="9144000" type="screen4x3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22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7219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292608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2926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834640"/>
            <a:ext cx="6858000" cy="91440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UMTH Sensor &amp;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API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2.0  ·  Portrait Edition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5943600" cy="457200"/>
          </a:xfrm>
          <a:prstGeom prst="rect">
            <a:avLst/>
          </a:prstGeom>
          <a:solidFill>
            <a:srgbClr val="F0F7F8"/>
          </a:solidFill>
          <a:ln w="6350">
            <a:solidFill>
              <a:srgbClr val="C5DDE0"/>
            </a:solidFill>
            <a:prstDash val="solid"/>
          </a:ln>
        </p:spPr>
        <p:txBody>
          <a:bodyPr/>
          <a:lstStyle/>
          <a:p>
            <a:endParaRPr lang="th-TH" dirty="0"/>
          </a:p>
        </p:txBody>
      </p:sp>
      <p:sp>
        <p:nvSpPr>
          <p:cNvPr id="9" name="Shape 7"/>
          <p:cNvSpPr/>
          <p:nvPr/>
        </p:nvSpPr>
        <p:spPr>
          <a:xfrm>
            <a:off x="2651760" y="3200400"/>
            <a:ext cx="0" cy="457200"/>
          </a:xfrm>
          <a:prstGeom prst="line">
            <a:avLst/>
          </a:prstGeom>
          <a:noFill/>
          <a:ln w="6350">
            <a:solidFill>
              <a:srgbClr val="C5D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75888"/>
            <a:ext cx="5943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3675888"/>
            <a:ext cx="0" cy="457200"/>
          </a:xfrm>
          <a:prstGeom prst="line">
            <a:avLst/>
          </a:prstGeom>
          <a:noFill/>
          <a:ln w="6350">
            <a:solidFill>
              <a:srgbClr val="C5DD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758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36758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April 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51376"/>
            <a:ext cx="5943600" cy="457200"/>
          </a:xfrm>
          <a:prstGeom prst="rect">
            <a:avLst/>
          </a:prstGeom>
          <a:solidFill>
            <a:srgbClr val="F0F7F8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51760" y="4151376"/>
            <a:ext cx="0" cy="457200"/>
          </a:xfrm>
          <a:prstGeom prst="line">
            <a:avLst/>
          </a:prstGeom>
          <a:noFill/>
          <a:ln w="6350">
            <a:solidFill>
              <a:srgbClr val="C5DD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513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41513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626864"/>
            <a:ext cx="5943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0" y="4626864"/>
            <a:ext cx="0" cy="457200"/>
          </a:xfrm>
          <a:prstGeom prst="line">
            <a:avLst/>
          </a:prstGeom>
          <a:noFill/>
          <a:ln w="6350">
            <a:solidFill>
              <a:srgbClr val="C5DD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6268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Author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0" y="46268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102352"/>
            <a:ext cx="5943600" cy="457200"/>
          </a:xfrm>
          <a:prstGeom prst="rect">
            <a:avLst/>
          </a:prstGeom>
          <a:solidFill>
            <a:srgbClr val="F0F7F8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51760" y="5102352"/>
            <a:ext cx="0" cy="457200"/>
          </a:xfrm>
          <a:prstGeom prst="line">
            <a:avLst/>
          </a:prstGeom>
          <a:noFill/>
          <a:ln w="6350">
            <a:solidFill>
              <a:srgbClr val="C5DD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1023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Sponsor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0" y="51023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8705088"/>
            <a:ext cx="6858000" cy="347472"/>
          </a:xfrm>
          <a:prstGeom prst="rect">
            <a:avLst/>
          </a:prstGeom>
          <a:solidFill>
            <a:srgbClr val="F4F6F7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UMTH Sensor &amp; Energy API  ·  Test Plan v2.0  ·  April 2026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303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Introduction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C5DD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8705088"/>
            <a:ext cx="6858000" cy="347472"/>
          </a:xfrm>
          <a:prstGeom prst="rect">
            <a:avLst/>
          </a:prstGeom>
          <a:solidFill>
            <a:srgbClr val="F4F6F7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UMTH Sensor &amp; Energy API  ·  Test Plan v2.0  ·  April 2026  ·  Confidential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463040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serves as the test plan for the UMTH Sensor &amp; Energy Monitoring API system. It specifies the black-box test cases used to verify all software artifacts and report test results.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956816"/>
            <a:ext cx="5943600" cy="0"/>
          </a:xfrm>
          <a:prstGeom prst="line">
            <a:avLst/>
          </a:prstGeom>
          <a:noFill/>
          <a:ln w="6350">
            <a:solidFill>
              <a:srgbClr val="C5DD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482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Under Test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322576"/>
            <a:ext cx="5806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consists of two sub-systems: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WebSocket Sensor Server — real-time sensor data via ws://{host}:9001/ws/ using JSON text frames (RFC 6455)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 REST API — energy meter data via http://{host}:5000 with three POST endpoints: /GetDataMeterSum, /GetDataMultimeter, /GetDataMeterDetail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218688"/>
            <a:ext cx="5943600" cy="0"/>
          </a:xfrm>
          <a:prstGeom prst="line">
            <a:avLst/>
          </a:prstGeom>
          <a:noFill/>
          <a:ln w="6350">
            <a:solidFill>
              <a:srgbClr val="C5DD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101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Approach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584448"/>
            <a:ext cx="5806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is organized into four categories covering the full quality scope of the system: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Functional Testing (30 cases) — correct request/response behavior per specification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Load Testing (10 cases) — stability and response time under concurrent and sustained load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Integration Testing (12 cases) — data integrity across API, SQL Server, and sensor/PLC hardware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Validation Testing (18 cases) — proper rejection of malformed, missing, and out-of-range inputs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882896"/>
            <a:ext cx="5943600" cy="0"/>
          </a:xfrm>
          <a:prstGeom prst="line">
            <a:avLst/>
          </a:prstGeom>
          <a:noFill/>
          <a:ln w="6350">
            <a:solidFill>
              <a:srgbClr val="C5DD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97433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Coverage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5248656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test cases across 16 test groups — executed over a 7-day schedule.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5742432"/>
            <a:ext cx="5943600" cy="0"/>
          </a:xfrm>
          <a:prstGeom prst="line">
            <a:avLst/>
          </a:prstGeom>
          <a:noFill/>
          <a:ln w="6350">
            <a:solidFill>
              <a:srgbClr val="C5DDE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303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Test Plan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C5DD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8705088"/>
            <a:ext cx="6858000" cy="347472"/>
          </a:xfrm>
          <a:prstGeom prst="rect">
            <a:avLst/>
          </a:prstGeom>
          <a:solidFill>
            <a:srgbClr val="F4F6F7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UMTH Sensor &amp; Energy API  ·  Test Plan v2.0  ·  April 2026  ·  Confidential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below specifies the black-box test cases for all 70 requirements. Each requirement has at least one test case derived from equivalence class partitioning, boundary value analysis, and error-condition coverage.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5943600" cy="822960"/>
          </a:xfrm>
          <a:prstGeom prst="rect">
            <a:avLst/>
          </a:prstGeom>
          <a:solidFill>
            <a:srgbClr val="F0F7F8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74520"/>
            <a:ext cx="54864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293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185416"/>
            <a:ext cx="5715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relating to the requirement group and sub-test. Format: GROUP-NN (e.g. WS-F-01, MS-F-03). Acceptance test cases end with *.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70632"/>
            <a:ext cx="5943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70632"/>
            <a:ext cx="54864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25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081528"/>
            <a:ext cx="5715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actions to execute the test case. Written specifically enough that any team member can run the test without the author being present.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666744"/>
            <a:ext cx="5943600" cy="822960"/>
          </a:xfrm>
          <a:prstGeom prst="rect">
            <a:avLst/>
          </a:prstGeom>
          <a:solidFill>
            <a:srgbClr val="F0F7F8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666744"/>
            <a:ext cx="54864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721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3977640"/>
            <a:ext cx="5715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what should happen when the test case is executed correctly against a conforming implementation.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562856"/>
            <a:ext cx="5943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562856"/>
            <a:ext cx="54864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4873752"/>
            <a:ext cx="5715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in during execution. Record 'Pass' or 'Fail' and describe actual behavior when the test fails.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5550408"/>
            <a:ext cx="5943600" cy="34747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5550408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are organized into 4 categories:  Functional (30)  ·  Load (10)  ·  Integration (12)  ·  Validation (18)  =  70 Total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303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 — Test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Test Cases (1/6)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C5DD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8705088"/>
            <a:ext cx="6858000" cy="347472"/>
          </a:xfrm>
          <a:prstGeom prst="rect">
            <a:avLst/>
          </a:prstGeom>
          <a:solidFill>
            <a:srgbClr val="F4F6F7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UMTH Sensor &amp; Energy API  ·  Test Plan v2.0  ·  April 2026  · 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5943600" cy="34747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972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57800" y="1097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444752"/>
            <a:ext cx="5943600" cy="310896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444752"/>
            <a:ext cx="45720" cy="310896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1444752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— WebSocket Happy Path (WS-F)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7556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17556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17556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17556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17739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WS-F-01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08176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{"cmd":"PING"} to ws://{host}:9001/ws/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28416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Command="PING", Status="OK", Response="PONG", valid ISO 8601 Timestamp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2212848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22128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2128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22128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" y="22311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WS-F-02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08176" y="2231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{"Cmd":"ping"} — mixed-case field &amp; value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28416" y="2231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WS-F-01; server is case-insensitive for field name and value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7200" y="26700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26700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26700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12080" y="26700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26883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WS-F-03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408176" y="2688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{"command":"PING"} — alternative field name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28416" y="2688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WS-F-01; server accepts cmd, Cmd, command, Command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" y="3127248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31272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31272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12080" y="31272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31455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WS-F-04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408176" y="31455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{"cmd":"INFO"} — verify root fields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328416" y="31455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Command="INFO", Status="OK", valid Timestamp; Total/Online/Alarm/Offline/Disabled all ≥ 0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7200" y="35844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71600" y="35844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91840" y="35844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12080" y="35844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" y="36027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WS-F-05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408176" y="36027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{"cmd":"INFO"} — inspect Sensors array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328416" y="36027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Sensor object has Status="Online" (StatusCode=1) only; no Disabled/Alarm/Offline entries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57200" y="4041648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71600" y="40416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91840" y="40416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212080" y="40416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" y="40599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WS-F-06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408176" y="4059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{"cmd":"INFO"} — count arithmetic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328416" y="4059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Online + Alarm + Offline + Disabled (must balance exactly)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57200" y="44988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71600" y="44988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91840" y="44988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212080" y="44988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3776" y="45171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WS-F-07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408176" y="4517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{"cmd":"INFO"} — inspect Sensor object fields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3328416" y="4517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 has: SensorId, SensorName, FlowId, Value, Accumulate, Status, LastUpdated (ISO 8601)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57200" y="4956048"/>
            <a:ext cx="5943600" cy="310896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7200" y="4956048"/>
            <a:ext cx="45720" cy="310896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6928" y="4956048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— POST /GetDataMeterSum Happy Path (MS-F)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57200" y="52669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71600" y="52669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91840" y="52669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212080" y="52669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3776" y="52852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MS-F-01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408176" y="52852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Type="Day", Meter="PM001", DataSelect=["10","11","12"], Interval=15, Month="06"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328416" y="52852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ArrDataTarget/Actual are "10","11","12"; ArrCategories in 15-min HH:mm labels; ShortMonth="Jun", Year="2025"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57200" y="5724144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371600" y="57241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91840" y="57241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212080" y="57241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93776" y="57424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MS-F-02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1408176" y="57424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Type="Week", Meter="ALL", DataSelect=["2025-06-02||2025-06-08","2025-06-09||2025-06-15"], Interval=7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3328416" y="57424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match both DataSelect strings; ArrCategories lists day labels for each week range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57200" y="61813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371600" y="61813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91840" y="61813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212080" y="61813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93776" y="61996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MS-F-03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1408176" y="61996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Type="Month", Meter="G001", DataSelect=["04","05","06"], Interval=0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3328416" y="61996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"04","05","06"; ArrCategories lists day-of-month labels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457200" y="6638544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371600" y="66385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291840" y="66385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212080" y="66385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93776" y="66568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MS-F-04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1408176" y="66568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Type="Year", Meter="PM001", DataSelect=["2023","2024","2025"], Interval=0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3328416" y="66568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"2023","2024","2025"; ArrCategories lists 12 month abbreviations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57200" y="70957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371600" y="70957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291840" y="70957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212080" y="70957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93776" y="71140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MS-F-05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1408176" y="71140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Type="Max10Year", Meter="ALL", DataSelect=["2016"…"2025"], Interval=0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3328416" y="71140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match all 10 year strings; ArrCategories lists year labels 2016–2025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303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 — Test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Test Cases (2/6)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C5DD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8705088"/>
            <a:ext cx="6858000" cy="347472"/>
          </a:xfrm>
          <a:prstGeom prst="rect">
            <a:avLst/>
          </a:prstGeom>
          <a:solidFill>
            <a:srgbClr val="F4F6F7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UMTH Sensor &amp; Energy API  ·  Test Plan v2.0  ·  April 2026  · 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5943600" cy="34747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972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57800" y="1097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444752"/>
            <a:ext cx="5943600" cy="310896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444752"/>
            <a:ext cx="45720" cy="310896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1444752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— POST /GetDataMultimeter Happy Path (MM-F)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7556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17556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17556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17556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17739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MM-F-01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08176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Type="Day", Meter=["PM001","PM002","PM003"], DataSelect="15", Interval=15, Month="06"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28416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ArrDataTarget/Actual are meter IDs; ArrCategories in 15-min intervals; ShortMonth and Year present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2212848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22128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2128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22128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" y="22311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MM-F-02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08176" y="2231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Type="Week", Meter=["PM001","PM002"], DataSelect="2025-06-09||2025-06-15", Interval=7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28416" y="2231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"PM001","PM002"; ArrCategories lists day labels for the specified week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7200" y="26700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26700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26700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12080" y="26700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26883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MM-F-03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408176" y="2688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Type="Month", Meter=["PM001","PM002"], DataSelect="06", Interval=0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28416" y="2688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meter IDs; ArrCategories lists day-of-month labels for June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" y="3127248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31272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31272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12080" y="31272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31455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MM-F-04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408176" y="31455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Type="Year", Meter=["PM001","PM002"], DataSelect="2025", Interval=0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328416" y="31455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meter IDs; ArrCategories lists 12 month abbreviations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7200" y="35844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71600" y="35844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91840" y="35844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12080" y="35844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" y="36027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MM-F-05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408176" y="36027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Type="Max10Year", Meter=["PM001","PM002"], DataSelect="2025|2016", Interval=0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328416" y="36027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meter IDs; ArrCategories lists year labels from 2016 to 2025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57200" y="4041648"/>
            <a:ext cx="5943600" cy="310896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4041648"/>
            <a:ext cx="45720" cy="310896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4041648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— POST /GetDataMeterDetail Happy Path (MD-F)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43525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71600" y="43525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91840" y="43525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12080" y="43525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" y="43708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MD-F-01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408176" y="43708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Type="Day", Meter=["PM001","PM002"], DataSelect="15", Interval=15, Month="06"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328416" y="43708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has MaxData, ArrDataChart (ChartSeries), ArrStrokeChart, ArrCategories, MeterLabelMap; each series has Name, Type='bar', Color (HEX), Data (doubles)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57200" y="4809744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71600" y="48097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91840" y="48097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212080" y="48097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3776" y="48280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MD-F-02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408176" y="48280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Type="Week", Meter=["PM001"], DataSelect="2025-06-09||2025-06-15", Interval=7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3328416" y="48280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 as MD-F-01; ArrCategories contains day labels for specified week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57200" y="52669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71600" y="52669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91840" y="52669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212080" y="52669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3776" y="52852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MD-F-03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408176" y="52852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Type="Month", Meter=["PM001"], DataSelect="06", Interval=0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328416" y="52852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 as MD-F-01; ArrCategories contains day-of-month labels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57200" y="5724144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371600" y="57241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91840" y="57241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212080" y="57241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93776" y="57424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MD-F-04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1408176" y="57424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Type="Year", Meter=["PM001","PM002"], DataSelect="2025", Interval=0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3328416" y="57424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 as MD-F-01; ArrCategories contains 12 month abbreviation labels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57200" y="61813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371600" y="61813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91840" y="61813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212080" y="61813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93776" y="61996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MD-F-05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1408176" y="61996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Type="Max10Year", Meter=["PM001"], DataSelect="2025|2016", Interval=0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3328416" y="61996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 as MD-F-01; ArrCategories contains year labels from 2016 to 2025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303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 — Test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Test Cases (3/6)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C5DD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8705088"/>
            <a:ext cx="6858000" cy="347472"/>
          </a:xfrm>
          <a:prstGeom prst="rect">
            <a:avLst/>
          </a:prstGeom>
          <a:solidFill>
            <a:srgbClr val="F4F6F7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UMTH Sensor &amp; Energy API  ·  Test Plan v2.0  ·  April 2026  · 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5943600" cy="34747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972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57800" y="1097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444752"/>
            <a:ext cx="5943600" cy="310896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444752"/>
            <a:ext cx="45720" cy="310896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1444752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— Response Structure &amp; Field Integrity (RF)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7556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17556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17556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17556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17739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08176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MeterSum: verify response key type for Type='Day'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28416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ArrDataTarget/Actual are time strings (e.g. '10','11') — NOT meter IDs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2212848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22128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2128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22128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" y="22311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08176" y="2231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Multimeter: verify response key type for Type='Day'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28416" y="2231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ArrDataTarget/Actual are meter ID strings (e.g. 'PM001') — NOT time strings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7200" y="26700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26700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26700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12080" y="26700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26883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408176" y="2688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MeterSum: verify MaxValueTarget/Actual for Type='Month'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28416" y="2688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MaxValueTarget ≥ every value across all ArrDataTarget arrays; MaxValueActual ≥ every value across all ArrDataActual arrays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" y="3127248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31272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31272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12080" y="31272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31455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408176" y="31455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Multimeter: verify max value integrity for Type='Month'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328416" y="31455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max-value rule applied to Multimeter response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7200" y="35844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71600" y="35844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91840" y="35844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12080" y="35844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" y="36027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408176" y="36027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MeterDetail: verify ChartSeries object structure (Type='Day')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328416" y="36027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 in ArrDataChart has: Name (string), Type='bar', Color (valid HEX e.g. '#FF6384'), Data (doubles; length = ArrCategories)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57200" y="4041648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71600" y="40416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91840" y="40416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212080" y="40416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" y="40599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408176" y="4059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MeterDetail: verify MeterLabelMap for Meter=['PM001','PM002']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328416" y="4059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MeterLabelMap has exactly 2 entries; each entry has id and label; id values match PM001 and PM002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57200" y="44988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71600" y="44988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91840" y="44988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212080" y="44988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3776" y="45171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RF-07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408176" y="4517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MeterDetail: verify ArrStrokeChart length consistency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3328416" y="4517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ArrStrokeChart length = number of objects in ArrDataChart; every value is int ≥ 0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57200" y="4956048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371600" y="49560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291840" y="49560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212080" y="49560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3776" y="49743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RF-08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1408176" y="4974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MeterSum Day: verify ArrCategories length by Interval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3328416" y="4974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Interval=5 → 288 entries; Interval=15 → 96; Interval=60 → 24; Data array length matches ArrCategories length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57200" y="5413248"/>
            <a:ext cx="5943600" cy="310896"/>
          </a:xfrm>
          <a:prstGeom prst="rect">
            <a:avLst/>
          </a:prstGeom>
          <a:solidFill>
            <a:srgbClr val="145A5C"/>
          </a:solidFill>
          <a:ln w="12700">
            <a:solidFill>
              <a:srgbClr val="145A5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57200" y="5413248"/>
            <a:ext cx="45720" cy="310896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66928" y="5413248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— WebSocket Load (WS-L)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57200" y="57241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371600" y="57241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91840" y="57241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212080" y="57241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93776" y="57424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WS-L-01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1408176" y="57424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10 simultaneous WS connections; each sends PING at the same moment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3328416" y="57424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clients receive correct PONG within 1 second; no connections dropped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57200" y="6181344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371600" y="61813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91840" y="61813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212080" y="61813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93776" y="61996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WS-L-02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1408176" y="61996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50 simultaneous WS connections; each sends PING at the same moment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3328416" y="61996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50 clients receive correct PONG within 2 seconds; no connections dropped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457200" y="66385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371600" y="66385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291840" y="66385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212080" y="66385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93776" y="66568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WS-L-03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1408176" y="66568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100 simultaneous WS connections; each sends PING at the same moment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3328416" y="66568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100 clients receive correct PONG within 5 seconds; server does not crash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57200" y="7095744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371600" y="70957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291840" y="70957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212080" y="70957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93776" y="71140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WS-L-04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1408176" y="71140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client sends PING 100 times consecutively without pause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3328416" y="71140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100 responses correct; no missing or malformed responses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457200" y="75529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371600" y="75529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291840" y="75529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212080" y="75529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93776" y="75712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WS-L-05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1408176" y="75712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client sends INFO 50 times consecutively without pause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3328416" y="75712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50 responses correct and contain valid sensor data; no timeouts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303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 — Test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Test Cases (4/6)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C5DD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8705088"/>
            <a:ext cx="6858000" cy="347472"/>
          </a:xfrm>
          <a:prstGeom prst="rect">
            <a:avLst/>
          </a:prstGeom>
          <a:solidFill>
            <a:srgbClr val="F4F6F7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UMTH Sensor &amp; Energy API  ·  Test Plan v2.0  ·  April 2026  · 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5943600" cy="34747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972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57800" y="1097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444752"/>
            <a:ext cx="5943600" cy="310896"/>
          </a:xfrm>
          <a:prstGeom prst="rect">
            <a:avLst/>
          </a:prstGeom>
          <a:solidFill>
            <a:srgbClr val="145A5C"/>
          </a:solidFill>
          <a:ln w="12700">
            <a:solidFill>
              <a:srgbClr val="145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444752"/>
            <a:ext cx="45720" cy="310896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1444752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— REST API Load (HTTP-L)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7556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17556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17556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17556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17739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HTTP-L-01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08176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20 concurrent POST /GetDataMeterSum (Type='Month')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28416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responses correct and identical; response time ≤ 3s each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2212848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22128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2128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22128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" y="22311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HTTP-L-02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08176" y="2231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20 concurrent POST /GetDataMultimeter (Type='Month')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28416" y="2231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responses correct and identical; response time ≤ 3s each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7200" y="26700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26700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26700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12080" y="26700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26883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HTTP-L-03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408176" y="2688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20 concurrent POST /GetDataMeterDetail (Type='Month')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28416" y="2688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responses correct and identical; response time ≤ 3s each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" y="3127248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31272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31272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12080" y="31272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31455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HTTP-L-04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408176" y="31455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Mixed: 10 req each to all 3 endpoints simultaneously (30 total)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328416" y="31455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request fails; no HTTP 500; all responses correct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7200" y="35844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71600" y="35844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91840" y="35844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12080" y="35844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" y="36027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HTTP-L-05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408176" y="36027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1 POST /GetDataMeterSum per second for 5 minutes (300 total)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328416" y="36027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does not increase progressively; no errors after sustained 5-min run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57200" y="4041648"/>
            <a:ext cx="5943600" cy="310896"/>
          </a:xfrm>
          <a:prstGeom prst="rect">
            <a:avLst/>
          </a:prstGeom>
          <a:solidFill>
            <a:srgbClr val="0D5C4A"/>
          </a:solidFill>
          <a:ln w="12700">
            <a:solidFill>
              <a:srgbClr val="0D5C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4041648"/>
            <a:ext cx="45720" cy="310896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4041648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WebSocket ↔ Sensor/PLC (WS-I)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43525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71600" y="43525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91840" y="43525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12080" y="43525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" y="43708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WS-I-01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408176" y="43708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INFO; compare Value of an Online sensor against PLC reading directly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328416" y="43708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in response matches PLC reading within defined tolerance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57200" y="4809744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71600" y="48097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91840" y="48097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212080" y="48097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3776" y="48280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WS-I-02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408176" y="48280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INFO; check LastUpdated timestamp of Online sensors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3328416" y="48280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LastUpdated for every Online sensor is no older than 5 minutes from request time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57200" y="52669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71600" y="52669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91840" y="52669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212080" y="52669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3776" y="52852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WS-I-03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408176" y="52852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Online sensors from PLC; compare against INFO Online field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328416" y="52852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field in response equals PLC Online sensor count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57200" y="5724144"/>
            <a:ext cx="5943600" cy="310896"/>
          </a:xfrm>
          <a:prstGeom prst="rect">
            <a:avLst/>
          </a:prstGeom>
          <a:solidFill>
            <a:srgbClr val="0D5C4A"/>
          </a:solidFill>
          <a:ln w="12700">
            <a:solidFill>
              <a:srgbClr val="0D5C4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57200" y="5724144"/>
            <a:ext cx="45720" cy="310896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66928" y="5724144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HTTP API ↔ SQL Server (DB-I)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57200" y="6035040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371600" y="60350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91840" y="60350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212080" y="60350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93776" y="60533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DB-I-01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1408176" y="60533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/GetDataMeterSum (Type='Month', Meter='PM001', DataSelect=['06']); query same data from unimicron_db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3328416" y="60533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ArrDataActual['06'] values match Actual records in DB exactly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57200" y="6492240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371600" y="64922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91840" y="64922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212080" y="64922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93776" y="65105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DB-I-02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1408176" y="65105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request as DB-I-01; query Target data from unimicron_db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3328416" y="65105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ArrDataTarget['06'] values match Target records in DB exactly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57200" y="6949440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371600" y="69494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91840" y="69494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212080" y="69494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93776" y="69677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DB-I-03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1408176" y="69677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/GetDataMeterDetail (Type='Month', Meter=['PM001','PM002']); query meter names from DB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3328416" y="69677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label in MeterLabelMap matches the meter name stored in unimicron_db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303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 — Test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Test Cases (5/6)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C5DD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8705088"/>
            <a:ext cx="6858000" cy="347472"/>
          </a:xfrm>
          <a:prstGeom prst="rect">
            <a:avLst/>
          </a:prstGeom>
          <a:solidFill>
            <a:srgbClr val="F4F6F7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UMTH Sensor &amp; Energy API  ·  Test Plan v2.0  ·  April 2026  · 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5943600" cy="34747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972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57800" y="1097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444752"/>
            <a:ext cx="5943600" cy="310896"/>
          </a:xfrm>
          <a:prstGeom prst="rect">
            <a:avLst/>
          </a:prstGeom>
          <a:solidFill>
            <a:srgbClr val="0D5C4A"/>
          </a:solidFill>
          <a:ln w="12700">
            <a:solidFill>
              <a:srgbClr val="0D5C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444752"/>
            <a:ext cx="45720" cy="310896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1444752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Cross-Endpoint Consistency (CE-I)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7556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17556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17556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17556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17739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CE-I-01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08176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MeterSum (Meter='PM001', Type='Month', DataSelect=['06']) and Multimeter (Meter=['PM001'], DataSelect='06')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28416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data for PM001 in June is identical across both responses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2212848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22128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2128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22128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" y="22311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CE-I-02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08176" y="2231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Multimeter and MeterDetail for same meters and same month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28416" y="2231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Sub-Meter Data values per category in MeterDetail is consistent with Actual values in Multimeter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7200" y="26700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26700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26700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12080" y="26700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26883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CE-I-03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408176" y="2688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MeterSum twice with Past=0 and Past=1; all other params identical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28416" y="2688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responses return different data — confirms Past parameter correctly shifts year context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" y="3127248"/>
            <a:ext cx="5943600" cy="310896"/>
          </a:xfrm>
          <a:prstGeom prst="rect">
            <a:avLst/>
          </a:prstGeom>
          <a:solidFill>
            <a:srgbClr val="0D5C4A"/>
          </a:solidFill>
          <a:ln w="12700">
            <a:solidFill>
              <a:srgbClr val="0D5C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3127248"/>
            <a:ext cx="45720" cy="310896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3127248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System Failure Handling (ERR-I)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34381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0" y="34381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91840" y="34381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12080" y="34381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" y="34564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ERR-I-01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408176" y="34564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SQL Server; call POST /GetDataMeterSum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328416" y="34564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returns meaningful error response (not raw HTTP 500); server does not crash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57200" y="3895344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71600" y="38953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91840" y="38953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12080" y="38953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3776" y="39136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ERR-I-02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408176" y="39136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WebSocket server; attempt client connection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328416" y="39136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receives clear connection-refused error; no indefinite hang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57200" y="43525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71600" y="43525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91840" y="43525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12080" y="43525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" y="43708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ERR-I-03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408176" y="43708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high DB load (long-running query); call POST /GetDataMeterDetail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328416" y="43708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responds (possibly slower) but does not return incorrect data and does not crash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57200" y="4809744"/>
            <a:ext cx="5943600" cy="310896"/>
          </a:xfrm>
          <a:prstGeom prst="rect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7200" y="4809744"/>
            <a:ext cx="45720" cy="310896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6928" y="4809744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Required Field Missing (VR)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57200" y="5120640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371600" y="51206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91840" y="51206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212080" y="51206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3776" y="51389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VR-01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1408176" y="51389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/GetDataMeterSum — omit the Type field entirely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328416" y="51389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 (HTTP 4xx or Status:'ERROR'); no HTTP 500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57200" y="5577840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371600" y="55778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291840" y="55778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212080" y="55778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3776" y="55961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VR-02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1408176" y="55961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/GetDataMeterSum — omit the Meter field entirely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3328416" y="55961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response; no HTTP 500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57200" y="6035040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371600" y="60350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91840" y="60350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212080" y="60350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93776" y="60533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VR-03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1408176" y="60533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/GetDataMeterSum — omit the DataSelect field entirely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3328416" y="60533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response; no HTTP 500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57200" y="6492240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371600" y="64922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91840" y="64922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212080" y="64922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93776" y="65105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VR-04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1408176" y="65105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/GetDataMultimeter — omit the Interval field entirely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3328416" y="65105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response; no HTTP 500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57200" y="6949440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371600" y="69494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91840" y="69494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212080" y="69494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93776" y="69677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VR-05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1408176" y="69677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/GetDataMeterDetail — omit the Past field entirely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3328416" y="69677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response; no HTTP 500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303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 — Test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Test Cases (6/6)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C5DD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8705088"/>
            <a:ext cx="6858000" cy="347472"/>
          </a:xfrm>
          <a:prstGeom prst="rect">
            <a:avLst/>
          </a:prstGeom>
          <a:solidFill>
            <a:srgbClr val="F4F6F7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UMTH Sensor &amp; Energy API  ·  Test Plan v2.0  ·  April 2026  · 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5943600" cy="34747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972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57800" y="1097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444752"/>
            <a:ext cx="5943600" cy="310896"/>
          </a:xfrm>
          <a:prstGeom prst="rect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444752"/>
            <a:ext cx="45720" cy="310896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1444752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Wrong Data Type (VT)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7556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17556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17556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17556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17739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VT-01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08176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/GetDataMeterSum — send Interval: "fifteen" (string instead of int)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28416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response; no HTTP 500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2212848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22128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2128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22128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" y="22311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VT-02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08176" y="2231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/GetDataMultimeter — send Meter: "PM001" (string instead of string array)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28416" y="2231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response; no HTTP 500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7200" y="26700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26700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26700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12080" y="26700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26883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VT-03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408176" y="2688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/GetDataMeterSum — send DataSelect: "10" (string instead of string array)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28416" y="2688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response; no HTTP 500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" y="3127248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31272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31272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12080" y="3127248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31455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VT-04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408176" y="31455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/GetDataMeterDetail — send Past: "zero" (string instead of int)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328416" y="31455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response; no HTTP 500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7200" y="3584448"/>
            <a:ext cx="5943600" cy="310896"/>
          </a:xfrm>
          <a:prstGeom prst="rect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3584448"/>
            <a:ext cx="45720" cy="310896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" y="3584448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Out-of-Range Values (VO)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38953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71600" y="38953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91840" y="38953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12080" y="38953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3776" y="39136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VO-01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408176" y="39136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/GetDataMeterSum — send Past: -1 (negative value)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328416" y="39136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 or graceful fallback; no HTTP 500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57200" y="4352544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71600" y="43525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91840" y="43525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12080" y="43525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" y="43708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VO-02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408176" y="43708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/GetDataMeterSum — send Type="Day" with Interval=3 (not 5/15/60)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328416" y="43708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 or empty data arrays; no HTTP 500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57200" y="48097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71600" y="48097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91840" y="48097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212080" y="48097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3776" y="48280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VO-03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408176" y="48280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/GetDataMeterSum — send Month: "13" (month 13 does not exist)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3328416" y="48280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response; no HTTP 500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57200" y="5266944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71600" y="52669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91840" y="52669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212080" y="5266944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3776" y="52852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VO-04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408176" y="52852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/GetDataMeterDetail — send Past: 999 (unreasonably large)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328416" y="52852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 or empty data; no HTTP 500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57200" y="5724144"/>
            <a:ext cx="5943600" cy="310896"/>
          </a:xfrm>
          <a:prstGeom prst="rect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57200" y="5724144"/>
            <a:ext cx="45720" cy="310896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66928" y="5724144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Invalid Format (VF)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57200" y="6035040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371600" y="60350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91840" y="60350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212080" y="60350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93776" y="60533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VF-01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1408176" y="60533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/GetDataMeterSum — Week DataSelect sent as "20250609-20250615" (dash instead of ||)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3328416" y="60533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response; no HTTP 500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57200" y="6492240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371600" y="64922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91840" y="64922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212080" y="64922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93776" y="65105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VF-02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1408176" y="65105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/GetDataMultimeter — Max10Year DataSelect sent as "2025-2016" (dash instead of |)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3328416" y="65105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response; no HTTP 500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57200" y="6949440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371600" y="69494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91840" y="69494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212080" y="6949440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93776" y="69677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VF-03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1408176" y="69677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/GetDataMeterDetail — send Month: "6" (missing leading zero; spec requires "06")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3328416" y="69677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handles zero-padding gracefully or returns descriptive error; no HTTP 500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457200" y="7406640"/>
            <a:ext cx="5943600" cy="310896"/>
          </a:xfrm>
          <a:prstGeom prst="rect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57200" y="7406640"/>
            <a:ext cx="45720" cy="310896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66928" y="7406640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Invalid Meter ID (VM)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57200" y="7717536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371600" y="7717536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291840" y="7717536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212080" y="7717536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93776" y="773582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VM-01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1408176" y="7735824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/GetDataMeterSum — send Meter: "XXXX" (meter ID does not exist)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3328416" y="7735824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 or empty data arrays; no HTTP 500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457200" y="8174736"/>
            <a:ext cx="5943600" cy="45720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371600" y="8174736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291840" y="8174736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212080" y="8174736"/>
            <a:ext cx="0" cy="45720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93776" y="819302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VM-02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1408176" y="8193024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/GetDataMultimeter — send Meter: ["PM001","XXXX"] (one valid, one invalid)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3328416" y="8193024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returns data for valid meters only, or errors on whole request; no HTTP 500; behavior documented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303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Testing Deliverables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C5DD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8705088"/>
            <a:ext cx="6858000" cy="347472"/>
          </a:xfrm>
          <a:prstGeom prst="rect">
            <a:avLst/>
          </a:prstGeom>
          <a:solidFill>
            <a:srgbClr val="F4F6F7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UMTH Sensor &amp; Energy API  ·  Test Plan v2.0  ·  April 2026  · 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5943600" cy="804672"/>
          </a:xfrm>
          <a:prstGeom prst="rect">
            <a:avLst/>
          </a:prstGeom>
          <a:solidFill>
            <a:srgbClr val="F0F7F8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170432"/>
            <a:ext cx="54864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225296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Test Case Specification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1481328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(Sections I–IX) including all 70 test cases with Test ID, Description, Expected Results, and Actual Results columns.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29968"/>
            <a:ext cx="59436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029968"/>
            <a:ext cx="54864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08483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Test Log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340864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record for each test case: timestamp, tester name, build version, and actual result (Pass/Fail with notes).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889504"/>
            <a:ext cx="5943600" cy="804672"/>
          </a:xfrm>
          <a:prstGeom prst="rect">
            <a:avLst/>
          </a:prstGeom>
          <a:solidFill>
            <a:srgbClr val="F0F7F8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889504"/>
            <a:ext cx="54864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94436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Test Incident Report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3200400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 for every failing test case. Documents: actual vs. expected behavior, reproduction steps, severity, and assigned developer.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59436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749040"/>
            <a:ext cx="54864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80390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 Summary Report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4059936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statistics per category (Functional/Load/Integration/Validation) and overall after each test cycle.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608576"/>
            <a:ext cx="5943600" cy="804672"/>
          </a:xfrm>
          <a:prstGeom prst="rect">
            <a:avLst/>
          </a:prstGeom>
          <a:solidFill>
            <a:srgbClr val="F0F7F8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608576"/>
            <a:ext cx="54864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66344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Test Input and Output Data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" y="4919472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raw JSON request bodies and response payloads for each test case execution.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5468112"/>
            <a:ext cx="59436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5468112"/>
            <a:ext cx="54864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5522976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Load Test Results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" y="5779008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measurements and server resource metrics (CPU, memory) for all Load Testing cases (WS-L, HTTP-L).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6327648"/>
            <a:ext cx="5943600" cy="804672"/>
          </a:xfrm>
          <a:prstGeom prst="rect">
            <a:avLst/>
          </a:prstGeom>
          <a:solidFill>
            <a:srgbClr val="F0F7F8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6327648"/>
            <a:ext cx="54864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638251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Test Design Specification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4360" y="6638544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rationale: equivalence classes, boundary values, and error conditions considered when deriving each test case.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303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IV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Environmental Requirements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C5DD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8705088"/>
            <a:ext cx="6858000" cy="347472"/>
          </a:xfrm>
          <a:prstGeom prst="rect">
            <a:avLst/>
          </a:prstGeom>
          <a:solidFill>
            <a:srgbClr val="F4F6F7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UMTH Sensor &amp; Energy API  ·  Test Plan v2.0  ·  April 2026  ·  Confidential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System Software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5943600" cy="36576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417320"/>
            <a:ext cx="0" cy="36576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417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77440" y="1417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UMTH application running and accessible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783080"/>
            <a:ext cx="59436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1783080"/>
            <a:ext cx="0" cy="36576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1783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7744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with unimicron_db accessible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148840"/>
            <a:ext cx="5943600" cy="36576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148840"/>
            <a:ext cx="0" cy="36576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148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77440" y="2148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 (HTTP) / 5001 (HTTPS) — ListenAnyIP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514600"/>
            <a:ext cx="59436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2514600"/>
            <a:ext cx="0" cy="36576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Port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377440" y="2514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880360"/>
            <a:ext cx="5943600" cy="36576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2880360"/>
            <a:ext cx="0" cy="36576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2880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377440" y="2880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machine must reach host on TCP ports 5000, 5001, 9001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4472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Tools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3721608"/>
            <a:ext cx="5943600" cy="36576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3721608"/>
            <a:ext cx="0" cy="36576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37216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377440" y="37216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or curl — for HTTP endpoint testing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087368"/>
            <a:ext cx="59436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0" y="4087368"/>
            <a:ext cx="0" cy="36576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40873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Client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377440" y="40873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wscat or Postman WebSocket — for WS endpoint testing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453128"/>
            <a:ext cx="5943600" cy="36576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4453128"/>
            <a:ext cx="0" cy="36576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44531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Tool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377440" y="4453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k6, JMeter, or equivalent — for Load Testing cases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818888"/>
            <a:ext cx="59436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0" y="4818888"/>
            <a:ext cx="0" cy="36576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" y="48188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Access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377440" y="48188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access to unimicron_db — required for Integration Testing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5184648"/>
            <a:ext cx="5943600" cy="36576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86000" y="5184648"/>
            <a:ext cx="0" cy="36576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0352" y="51846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Explorer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377440" y="51846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available at /swagger on all environments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575157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57200" y="6025896"/>
            <a:ext cx="5943600" cy="365760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86000" y="6025896"/>
            <a:ext cx="0" cy="36576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" y="60258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377440" y="60258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network only; no external exposure required during testing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" y="6391656"/>
            <a:ext cx="59436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286000" y="6391656"/>
            <a:ext cx="0" cy="365760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0352" y="639165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Policy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377440" y="63916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AllowAnyOrigin, AllowAnyMethod, AllowAnyHeader (test environment)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303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V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Staffing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C5DD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8705088"/>
            <a:ext cx="6858000" cy="347472"/>
          </a:xfrm>
          <a:prstGeom prst="rect">
            <a:avLst/>
          </a:prstGeom>
          <a:solidFill>
            <a:srgbClr val="F4F6F7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UMTH Sensor &amp; Energy API  ·  Test Plan v2.0  ·  April 2026  · 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5943600" cy="1024128"/>
          </a:xfrm>
          <a:prstGeom prst="rect">
            <a:avLst/>
          </a:prstGeom>
          <a:solidFill>
            <a:srgbClr val="F0F7F8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170432"/>
            <a:ext cx="54864" cy="10241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1170432"/>
            <a:ext cx="0" cy="1024128"/>
          </a:xfrm>
          <a:prstGeom prst="line">
            <a:avLst/>
          </a:prstGeom>
          <a:noFill/>
          <a:ln w="6350">
            <a:solidFill>
              <a:srgbClr val="C5DD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243584"/>
            <a:ext cx="1417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Lead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94560" y="1243584"/>
            <a:ext cx="4114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test execution across all four categories. Reviews all incident reports. Signs off on the final Test Summary Report. Escalates blockers to Project Sponsor.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249424"/>
            <a:ext cx="59436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249424"/>
            <a:ext cx="54864" cy="10241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03120" y="2249424"/>
            <a:ext cx="0" cy="1024128"/>
          </a:xfrm>
          <a:prstGeom prst="line">
            <a:avLst/>
          </a:prstGeom>
          <a:noFill/>
          <a:ln w="6350">
            <a:solidFill>
              <a:srgbClr val="C5DD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322576"/>
            <a:ext cx="1417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94560" y="2322576"/>
            <a:ext cx="4114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Functional Testing (WS-F, MS-F, MM-F, MD-F, RF) and Validation Testing (VR, VT, VO, VF, VM) cases. Records actual results in the Test Log.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328416"/>
            <a:ext cx="5943600" cy="1024128"/>
          </a:xfrm>
          <a:prstGeom prst="rect">
            <a:avLst/>
          </a:prstGeom>
          <a:solidFill>
            <a:srgbClr val="F0F7F8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28416"/>
            <a:ext cx="54864" cy="10241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03120" y="3328416"/>
            <a:ext cx="0" cy="1024128"/>
          </a:xfrm>
          <a:prstGeom prst="line">
            <a:avLst/>
          </a:prstGeom>
          <a:noFill/>
          <a:ln w="6350">
            <a:solidFill>
              <a:srgbClr val="C5DD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401568"/>
            <a:ext cx="1417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94560" y="3401568"/>
            <a:ext cx="4114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Integration Testing (WS-I, DB-I, CE-I, ERR-I) cases. Requires read access to unimicron_db and network visibility to PLC/sensor hardware.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407408"/>
            <a:ext cx="59436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407408"/>
            <a:ext cx="54864" cy="10241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03120" y="4407408"/>
            <a:ext cx="0" cy="1024128"/>
          </a:xfrm>
          <a:prstGeom prst="line">
            <a:avLst/>
          </a:prstGeom>
          <a:noFill/>
          <a:ln w="6350">
            <a:solidFill>
              <a:srgbClr val="C5DD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480560"/>
            <a:ext cx="1417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194560" y="4480560"/>
            <a:ext cx="4114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and runs Load Testing (WS-L, HTTP-L) cases using k6 or JMeter. Records response times and server resource metrics (CPU, memory).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5486400"/>
            <a:ext cx="5943600" cy="1024128"/>
          </a:xfrm>
          <a:prstGeom prst="rect">
            <a:avLst/>
          </a:prstGeom>
          <a:solidFill>
            <a:srgbClr val="F0F7F8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5486400"/>
            <a:ext cx="54864" cy="10241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03120" y="5486400"/>
            <a:ext cx="0" cy="1024128"/>
          </a:xfrm>
          <a:prstGeom prst="line">
            <a:avLst/>
          </a:prstGeom>
          <a:noFill/>
          <a:ln w="6350">
            <a:solidFill>
              <a:srgbClr val="C5DD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5559552"/>
            <a:ext cx="1417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/ API Owner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194560" y="5559552"/>
            <a:ext cx="4114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during test execution to clarify API specification, resolve defects, and provide build versions. Does not execute tests directly.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303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VI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VI. Schedule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C5DD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8705088"/>
            <a:ext cx="6858000" cy="347472"/>
          </a:xfrm>
          <a:prstGeom prst="rect">
            <a:avLst/>
          </a:prstGeom>
          <a:solidFill>
            <a:srgbClr val="F4F6F7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UMTH Sensor &amp; Energy API  ·  Test Plan v2.0  ·  April 2026  · 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5943600" cy="34747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1704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" y="11704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55064" y="11704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86784" y="11704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9704" y="11704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517904"/>
            <a:ext cx="5943600" cy="512064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1517904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1517904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1517904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0" y="1517904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1517904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52144" y="1517904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655064" y="1517904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 and connectivity verification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986784" y="1517904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489704" y="1517904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Lead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2029968"/>
            <a:ext cx="594360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" y="2029968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00200" y="2029968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31920" y="2029968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34840" y="2029968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" y="2029968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52144" y="2029968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655064" y="202996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 — WebSocket cases (WS-F-01 to WS-F-07)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986784" y="2029968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489704" y="2029968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2542032"/>
            <a:ext cx="5943600" cy="512064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7280" y="2542032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00200" y="2542032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31920" y="2542032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4840" y="2542032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" y="2542032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52144" y="2542032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655064" y="2542032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 — HTTP happy path (MS-F, MM-F, MD-F, RF)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986784" y="2542032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489704" y="2542032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Tester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" y="3054096"/>
            <a:ext cx="594360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97280" y="3054096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600200" y="3054096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31920" y="3054096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34840" y="3054096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" y="3054096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152144" y="3054096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655064" y="3054096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Testing — all groups (VR, VT, VO, VF, VM)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986784" y="3054096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489704" y="3054096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Tester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57200" y="3566160"/>
            <a:ext cx="5943600" cy="512064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97280" y="3566160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00200" y="3566160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31920" y="3566160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434840" y="3566160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2064" y="356616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152144" y="3566160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655064" y="3566160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 — all groups (WS-I, DB-I, CE-I, ERR-I)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986784" y="3566160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489704" y="356616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Tester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57200" y="4078224"/>
            <a:ext cx="594360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97280" y="4078224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600200" y="4078224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931920" y="4078224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434840" y="4078224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2064" y="4078224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1152144" y="4078224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1655064" y="4078224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— all groups (WS-L, HTTP-L)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986784" y="4078224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489704" y="4078224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Tester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57200" y="4590288"/>
            <a:ext cx="5943600" cy="512064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97280" y="4590288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600200" y="4590288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931920" y="4590288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434840" y="4590288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12064" y="4590288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1152144" y="4590288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1655064" y="459028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re-testing and regression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3986784" y="4590288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4489704" y="4590288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Testers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57200" y="5102352"/>
            <a:ext cx="594360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97280" y="5102352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600200" y="5102352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931920" y="5102352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434840" y="5102352"/>
            <a:ext cx="0" cy="512064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12064" y="5102352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1152144" y="5102352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1655064" y="5102352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Summary Report compilation and sign-off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3986784" y="5102352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4489704" y="5102352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Lead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303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VII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Risks and Contingencies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C5DD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8705088"/>
            <a:ext cx="6858000" cy="347472"/>
          </a:xfrm>
          <a:prstGeom prst="rect">
            <a:avLst/>
          </a:prstGeom>
          <a:solidFill>
            <a:srgbClr val="F4F6F7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UMTH Sensor &amp; Energy API  ·  Test Plan v2.0  ·  April 2026  · 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5943600" cy="329184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1704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38144" y="11704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61104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92624" y="11704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499616"/>
            <a:ext cx="5943600" cy="1024128"/>
          </a:xfrm>
          <a:prstGeom prst="rect">
            <a:avLst/>
          </a:prstGeom>
          <a:solidFill>
            <a:srgbClr val="F0F7F8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1499616"/>
            <a:ext cx="0" cy="102412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1499616"/>
            <a:ext cx="0" cy="102412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1499616"/>
            <a:ext cx="0" cy="102412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572768"/>
            <a:ext cx="2788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unavailable during testing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56432" y="1792224"/>
            <a:ext cx="658368" cy="27432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56432" y="17922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279392" y="1792224"/>
            <a:ext cx="566928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9392" y="179222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1572768"/>
            <a:ext cx="1325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DB connectivity before start; coordinate dedicated test window with DBA.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578608"/>
            <a:ext cx="59436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0" y="2578608"/>
            <a:ext cx="0" cy="102412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0" y="2578608"/>
            <a:ext cx="0" cy="102412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2578608"/>
            <a:ext cx="0" cy="102412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651760"/>
            <a:ext cx="2788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devices offline (affects WS-I data cases)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56432" y="2871216"/>
            <a:ext cx="658368" cy="27432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28712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279392" y="2871216"/>
            <a:ext cx="566928" cy="27432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79392" y="287121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029200" y="2651760"/>
            <a:ext cx="1325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staging environment with simulated sensor data for WS-I cases.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657600"/>
            <a:ext cx="5943600" cy="1024128"/>
          </a:xfrm>
          <a:prstGeom prst="rect">
            <a:avLst/>
          </a:prstGeom>
          <a:solidFill>
            <a:srgbClr val="F0F7F8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3280" y="3657600"/>
            <a:ext cx="0" cy="102412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06240" y="3657600"/>
            <a:ext cx="0" cy="102412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37760" y="3657600"/>
            <a:ext cx="0" cy="102412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730752"/>
            <a:ext cx="2788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tests disrupt other users or services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56432" y="3950208"/>
            <a:ext cx="658368" cy="27432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56432" y="39502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279392" y="3950208"/>
            <a:ext cx="566928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79392" y="39502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029200" y="3730752"/>
            <a:ext cx="1325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load tests in isolated test environment — never against production.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" y="4736592"/>
            <a:ext cx="59436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83280" y="4736592"/>
            <a:ext cx="0" cy="102412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06240" y="4736592"/>
            <a:ext cx="0" cy="102412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37760" y="4736592"/>
            <a:ext cx="0" cy="102412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809744"/>
            <a:ext cx="2788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= -1 causes unhandled server exception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456432" y="5029200"/>
            <a:ext cx="658368" cy="274320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56432" y="50292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279392" y="5029200"/>
            <a:ext cx="566928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79392" y="50292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029200" y="4809744"/>
            <a:ext cx="1325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VO-01 first to detect server instability before running the full suite.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" y="5815584"/>
            <a:ext cx="5943600" cy="1024128"/>
          </a:xfrm>
          <a:prstGeom prst="rect">
            <a:avLst/>
          </a:prstGeom>
          <a:solidFill>
            <a:srgbClr val="F0F7F8"/>
          </a:solidFill>
          <a:ln w="6350">
            <a:solidFill>
              <a:srgbClr val="C5DD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383280" y="5815584"/>
            <a:ext cx="0" cy="102412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06240" y="5815584"/>
            <a:ext cx="0" cy="102412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37760" y="5815584"/>
            <a:ext cx="0" cy="102412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5888736"/>
            <a:ext cx="2788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read credentials unavailable for Integration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456432" y="6108192"/>
            <a:ext cx="658368" cy="274320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56432" y="61081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279392" y="6108192"/>
            <a:ext cx="566928" cy="27432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79392" y="61081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029200" y="5888736"/>
            <a:ext cx="1325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read access to unimicron_db in advance of the test cycle.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303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VIII / 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VIII. Approvals  ·  IX. Document Revision History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C5DD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8705088"/>
            <a:ext cx="6858000" cy="347472"/>
          </a:xfrm>
          <a:prstGeom prst="rect">
            <a:avLst/>
          </a:prstGeom>
          <a:solidFill>
            <a:srgbClr val="F4F6F7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UMTH Sensor &amp; Energy API  ·  Test Plan v2.0  ·  April 2026  ·  Confidential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VIII. Approvals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463040"/>
            <a:ext cx="5943600" cy="329184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4630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98064" y="1463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26864" y="14630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41264" y="14630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792224"/>
            <a:ext cx="5943600" cy="475488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1792224"/>
            <a:ext cx="0" cy="47548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792224"/>
            <a:ext cx="0" cy="47548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1792224"/>
            <a:ext cx="0" cy="47548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1792224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Lead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267712"/>
            <a:ext cx="59436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2267712"/>
            <a:ext cx="0" cy="47548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2267712"/>
            <a:ext cx="0" cy="47548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2267712"/>
            <a:ext cx="0" cy="47548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26771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/ API Owner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2743200"/>
            <a:ext cx="5943600" cy="475488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2743200"/>
            <a:ext cx="0" cy="47548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2743200"/>
            <a:ext cx="0" cy="47548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2743200"/>
            <a:ext cx="0" cy="47548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2743200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Sponsor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35387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IX. Document Revision History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858768"/>
            <a:ext cx="594360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" y="38587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" y="38587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Name(s)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523744" y="38587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21024" y="38587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Description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187952"/>
            <a:ext cx="5943600" cy="475488"/>
          </a:xfrm>
          <a:prstGeom prst="rect">
            <a:avLst/>
          </a:prstGeom>
          <a:solidFill>
            <a:srgbClr val="F0F7F8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7280" y="4187952"/>
            <a:ext cx="0" cy="47548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68880" y="4187952"/>
            <a:ext cx="0" cy="47548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66160" y="4187952"/>
            <a:ext cx="0" cy="47548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" y="418795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52144" y="418795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23744" y="418795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Apr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21024" y="41879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test plan — 42 cases (Functional + basic error handling)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4663440"/>
            <a:ext cx="59436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5DD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97280" y="4663440"/>
            <a:ext cx="0" cy="47548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68880" y="4663440"/>
            <a:ext cx="0" cy="47548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66160" y="4663440"/>
            <a:ext cx="0" cy="475488"/>
          </a:xfrm>
          <a:prstGeom prst="line">
            <a:avLst/>
          </a:prstGeom>
          <a:noFill/>
          <a:ln w="5080">
            <a:solidFill>
              <a:srgbClr val="C5DD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" y="466344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52144" y="46634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523744" y="466344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Apr 2026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621024" y="46634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Restructured into 4 categories: Functional, Load, Integration, Validation — 70 cases total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3734</Words>
  <Application>Microsoft Office PowerPoint</Application>
  <PresentationFormat>On-screen Show (4:3)</PresentationFormat>
  <Paragraphs>501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UMTH API Test Plan</dc:title>
  <dc:subject>PptxGenJS Presentation</dc:subject>
  <dc:creator>QA Team</dc:creator>
  <cp:lastModifiedBy>MEKKALAR SANSIRI</cp:lastModifiedBy>
  <cp:revision>2</cp:revision>
  <dcterms:created xsi:type="dcterms:W3CDTF">2026-04-26T10:20:54Z</dcterms:created>
  <dcterms:modified xsi:type="dcterms:W3CDTF">2026-04-26T10:27:01Z</dcterms:modified>
</cp:coreProperties>
</file>